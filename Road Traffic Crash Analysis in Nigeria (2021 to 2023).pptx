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24" r:id="rId2"/>
    <p:sldId id="256" r:id="rId3"/>
    <p:sldId id="257" r:id="rId4"/>
    <p:sldId id="258" r:id="rId5"/>
    <p:sldId id="259" r:id="rId6"/>
    <p:sldId id="260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1C99C-3022-4ED3-B928-865794F9A87E}" v="133" dt="2026-01-31T13:59:05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ona Agadzi" userId="S::keonaagadzi@theromanridgeschool.com::dc0264b5-7ccc-414a-a0af-7cade48a2aed" providerId="AD" clId="Web-{6DD1C99C-3022-4ED3-B928-865794F9A87E}"/>
    <pc:docChg chg="modSld">
      <pc:chgData name="Keona Agadzi" userId="S::keonaagadzi@theromanridgeschool.com::dc0264b5-7ccc-414a-a0af-7cade48a2aed" providerId="AD" clId="Web-{6DD1C99C-3022-4ED3-B928-865794F9A87E}" dt="2026-01-31T13:59:05.245" v="144"/>
      <pc:docMkLst>
        <pc:docMk/>
      </pc:docMkLst>
      <pc:sldChg chg="addSp delSp modSp mod setBg">
        <pc:chgData name="Keona Agadzi" userId="S::keonaagadzi@theromanridgeschool.com::dc0264b5-7ccc-414a-a0af-7cade48a2aed" providerId="AD" clId="Web-{6DD1C99C-3022-4ED3-B928-865794F9A87E}" dt="2026-01-31T13:23:52.993" v="5"/>
        <pc:sldMkLst>
          <pc:docMk/>
          <pc:sldMk cId="1920047011" sldId="256"/>
        </pc:sldMkLst>
        <pc:spChg chg="mod">
          <ac:chgData name="Keona Agadzi" userId="S::keonaagadzi@theromanridgeschool.com::dc0264b5-7ccc-414a-a0af-7cade48a2aed" providerId="AD" clId="Web-{6DD1C99C-3022-4ED3-B928-865794F9A87E}" dt="2026-01-31T13:23:52.993" v="5"/>
          <ac:spMkLst>
            <pc:docMk/>
            <pc:sldMk cId="1920047011" sldId="256"/>
            <ac:spMk id="4" creationId="{2454FAD5-3D9B-32A0-1647-1EC24A3D58E7}"/>
          </ac:spMkLst>
        </pc:spChg>
        <pc:spChg chg="mod ord">
          <ac:chgData name="Keona Agadzi" userId="S::keonaagadzi@theromanridgeschool.com::dc0264b5-7ccc-414a-a0af-7cade48a2aed" providerId="AD" clId="Web-{6DD1C99C-3022-4ED3-B928-865794F9A87E}" dt="2026-01-31T13:23:52.993" v="5"/>
          <ac:spMkLst>
            <pc:docMk/>
            <pc:sldMk cId="1920047011" sldId="256"/>
            <ac:spMk id="9" creationId="{232EDD43-7F98-441C-8448-E8D30BD885A0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23:30.445" v="1"/>
          <ac:spMkLst>
            <pc:docMk/>
            <pc:sldMk cId="1920047011" sldId="256"/>
            <ac:spMk id="18" creationId="{45D37F4E-DDB4-456B-97E0-9937730A039F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23:30.445" v="1"/>
          <ac:spMkLst>
            <pc:docMk/>
            <pc:sldMk cId="1920047011" sldId="256"/>
            <ac:spMk id="20" creationId="{B2DD41CD-8F47-4F56-AD12-4E2FF7696987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23:43.759" v="3"/>
          <ac:spMkLst>
            <pc:docMk/>
            <pc:sldMk cId="1920047011" sldId="256"/>
            <ac:spMk id="22" creationId="{E659831F-0D9A-4C63-9EBB-8435B85A440F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23:43.759" v="3"/>
          <ac:spMkLst>
            <pc:docMk/>
            <pc:sldMk cId="1920047011" sldId="256"/>
            <ac:spMk id="23" creationId="{058A14AF-9FB5-4CC7-BA35-E8E85D3EDF0E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23:43.759" v="3"/>
          <ac:spMkLst>
            <pc:docMk/>
            <pc:sldMk cId="1920047011" sldId="256"/>
            <ac:spMk id="24" creationId="{E6995CE5-F890-4ABA-82A2-26507CE8D2A3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23:43.759" v="3"/>
          <ac:spMkLst>
            <pc:docMk/>
            <pc:sldMk cId="1920047011" sldId="256"/>
            <ac:spMk id="25" creationId="{3A9A4357-BD1D-4622-A4FE-766E6AB8DE84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23:52.993" v="5"/>
          <ac:spMkLst>
            <pc:docMk/>
            <pc:sldMk cId="1920047011" sldId="256"/>
            <ac:spMk id="27" creationId="{9D25F302-27C5-414F-97F8-6EA0A6C028BA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23:52.993" v="5"/>
          <ac:spMkLst>
            <pc:docMk/>
            <pc:sldMk cId="1920047011" sldId="256"/>
            <ac:spMk id="28" creationId="{830A36F8-48C2-4842-A87B-8CE8DF4E7FD2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23:52.993" v="5"/>
          <ac:spMkLst>
            <pc:docMk/>
            <pc:sldMk cId="1920047011" sldId="256"/>
            <ac:spMk id="29" creationId="{8F451A30-466B-4996-9BA5-CD6ABCC6D558}"/>
          </ac:spMkLst>
        </pc:spChg>
        <pc:picChg chg="mod">
          <ac:chgData name="Keona Agadzi" userId="S::keonaagadzi@theromanridgeschool.com::dc0264b5-7ccc-414a-a0af-7cade48a2aed" providerId="AD" clId="Web-{6DD1C99C-3022-4ED3-B928-865794F9A87E}" dt="2026-01-31T13:23:52.993" v="5"/>
          <ac:picMkLst>
            <pc:docMk/>
            <pc:sldMk cId="1920047011" sldId="256"/>
            <ac:picMk id="13" creationId="{62D9CD48-48C7-60E1-FE24-E16A182F5D25}"/>
          </ac:picMkLst>
        </pc:picChg>
      </pc:sldChg>
      <pc:sldChg chg="modSp">
        <pc:chgData name="Keona Agadzi" userId="S::keonaagadzi@theromanridgeschool.com::dc0264b5-7ccc-414a-a0af-7cade48a2aed" providerId="AD" clId="Web-{6DD1C99C-3022-4ED3-B928-865794F9A87E}" dt="2026-01-31T13:43:56.351" v="85" actId="20577"/>
        <pc:sldMkLst>
          <pc:docMk/>
          <pc:sldMk cId="3494483824" sldId="257"/>
        </pc:sldMkLst>
        <pc:spChg chg="mod">
          <ac:chgData name="Keona Agadzi" userId="S::keonaagadzi@theromanridgeschool.com::dc0264b5-7ccc-414a-a0af-7cade48a2aed" providerId="AD" clId="Web-{6DD1C99C-3022-4ED3-B928-865794F9A87E}" dt="2026-01-31T13:43:56.351" v="85" actId="20577"/>
          <ac:spMkLst>
            <pc:docMk/>
            <pc:sldMk cId="3494483824" sldId="257"/>
            <ac:spMk id="3" creationId="{9A6BC575-65C0-CF53-8EAF-22DD8C3F8CEA}"/>
          </ac:spMkLst>
        </pc:spChg>
      </pc:sldChg>
      <pc:sldChg chg="addSp delSp modSp">
        <pc:chgData name="Keona Agadzi" userId="S::keonaagadzi@theromanridgeschool.com::dc0264b5-7ccc-414a-a0af-7cade48a2aed" providerId="AD" clId="Web-{6DD1C99C-3022-4ED3-B928-865794F9A87E}" dt="2026-01-31T13:42:54.286" v="80"/>
        <pc:sldMkLst>
          <pc:docMk/>
          <pc:sldMk cId="1645562674" sldId="258"/>
        </pc:sldMkLst>
        <pc:spChg chg="mod">
          <ac:chgData name="Keona Agadzi" userId="S::keonaagadzi@theromanridgeschool.com::dc0264b5-7ccc-414a-a0af-7cade48a2aed" providerId="AD" clId="Web-{6DD1C99C-3022-4ED3-B928-865794F9A87E}" dt="2026-01-31T13:36:48.153" v="56" actId="20577"/>
          <ac:spMkLst>
            <pc:docMk/>
            <pc:sldMk cId="1645562674" sldId="258"/>
            <ac:spMk id="2" creationId="{137FBB2A-9BA9-075B-E924-002A25E1EF7D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42:54.286" v="80"/>
          <ac:spMkLst>
            <pc:docMk/>
            <pc:sldMk cId="1645562674" sldId="258"/>
            <ac:spMk id="5" creationId="{36A4AB06-EF4C-94B4-023B-BCD96547FE06}"/>
          </ac:spMkLst>
        </pc:spChg>
        <pc:spChg chg="mod">
          <ac:chgData name="Keona Agadzi" userId="S::keonaagadzi@theromanridgeschool.com::dc0264b5-7ccc-414a-a0af-7cade48a2aed" providerId="AD" clId="Web-{6DD1C99C-3022-4ED3-B928-865794F9A87E}" dt="2026-01-31T13:36:41.137" v="41" actId="20577"/>
          <ac:spMkLst>
            <pc:docMk/>
            <pc:sldMk cId="1645562674" sldId="258"/>
            <ac:spMk id="7" creationId="{31983C1C-5664-A913-7F3C-AA706492A5CE}"/>
          </ac:spMkLst>
        </pc:spChg>
        <pc:graphicFrameChg chg="add del">
          <ac:chgData name="Keona Agadzi" userId="S::keonaagadzi@theromanridgeschool.com::dc0264b5-7ccc-414a-a0af-7cade48a2aed" providerId="AD" clId="Web-{6DD1C99C-3022-4ED3-B928-865794F9A87E}" dt="2026-01-31T13:42:15.379" v="75"/>
          <ac:graphicFrameMkLst>
            <pc:docMk/>
            <pc:sldMk cId="1645562674" sldId="258"/>
            <ac:graphicFrameMk id="9" creationId="{0EA5FF32-17D6-9278-7A9F-C472B89BC55B}"/>
          </ac:graphicFrameMkLst>
        </pc:graphicFrameChg>
        <pc:graphicFrameChg chg="add del">
          <ac:chgData name="Keona Agadzi" userId="S::keonaagadzi@theromanridgeschool.com::dc0264b5-7ccc-414a-a0af-7cade48a2aed" providerId="AD" clId="Web-{6DD1C99C-3022-4ED3-B928-865794F9A87E}" dt="2026-01-31T13:42:39.973" v="77"/>
          <ac:graphicFrameMkLst>
            <pc:docMk/>
            <pc:sldMk cId="1645562674" sldId="258"/>
            <ac:graphicFrameMk id="10" creationId="{0EA5FF32-17D6-9278-7A9F-C472B89BC55B}"/>
          </ac:graphicFrameMkLst>
        </pc:graphicFrameChg>
        <pc:graphicFrameChg chg="add del">
          <ac:chgData name="Keona Agadzi" userId="S::keonaagadzi@theromanridgeschool.com::dc0264b5-7ccc-414a-a0af-7cade48a2aed" providerId="AD" clId="Web-{6DD1C99C-3022-4ED3-B928-865794F9A87E}" dt="2026-01-31T13:42:54.271" v="79"/>
          <ac:graphicFrameMkLst>
            <pc:docMk/>
            <pc:sldMk cId="1645562674" sldId="258"/>
            <ac:graphicFrameMk id="12" creationId="{903C8CC7-D604-0B89-FC5F-AF27932E869E}"/>
          </ac:graphicFrameMkLst>
        </pc:graphicFrameChg>
        <pc:graphicFrameChg chg="add">
          <ac:chgData name="Keona Agadzi" userId="S::keonaagadzi@theromanridgeschool.com::dc0264b5-7ccc-414a-a0af-7cade48a2aed" providerId="AD" clId="Web-{6DD1C99C-3022-4ED3-B928-865794F9A87E}" dt="2026-01-31T13:42:54.286" v="80"/>
          <ac:graphicFrameMkLst>
            <pc:docMk/>
            <pc:sldMk cId="1645562674" sldId="258"/>
            <ac:graphicFrameMk id="14" creationId="{C0D51713-12EF-61ED-2278-47F134C9CDB7}"/>
          </ac:graphicFrameMkLst>
        </pc:graphicFrameChg>
        <pc:picChg chg="del">
          <ac:chgData name="Keona Agadzi" userId="S::keonaagadzi@theromanridgeschool.com::dc0264b5-7ccc-414a-a0af-7cade48a2aed" providerId="AD" clId="Web-{6DD1C99C-3022-4ED3-B928-865794F9A87E}" dt="2026-01-31T13:42:00.425" v="73"/>
          <ac:picMkLst>
            <pc:docMk/>
            <pc:sldMk cId="1645562674" sldId="258"/>
            <ac:picMk id="3" creationId="{AA2F94ED-F89A-FFF1-3E47-A4265E1B3EEA}"/>
          </ac:picMkLst>
        </pc:picChg>
      </pc:sldChg>
      <pc:sldChg chg="addSp delSp modSp mod setBg">
        <pc:chgData name="Keona Agadzi" userId="S::keonaagadzi@theromanridgeschool.com::dc0264b5-7ccc-414a-a0af-7cade48a2aed" providerId="AD" clId="Web-{6DD1C99C-3022-4ED3-B928-865794F9A87E}" dt="2026-01-31T13:58:25.056" v="143" actId="20577"/>
        <pc:sldMkLst>
          <pc:docMk/>
          <pc:sldMk cId="33854331" sldId="260"/>
        </pc:sldMkLst>
        <pc:spChg chg="mod">
          <ac:chgData name="Keona Agadzi" userId="S::keonaagadzi@theromanridgeschool.com::dc0264b5-7ccc-414a-a0af-7cade48a2aed" providerId="AD" clId="Web-{6DD1C99C-3022-4ED3-B928-865794F9A87E}" dt="2026-01-31T13:58:25.056" v="143" actId="20577"/>
          <ac:spMkLst>
            <pc:docMk/>
            <pc:sldMk cId="33854331" sldId="260"/>
            <ac:spMk id="2" creationId="{E39EB778-8111-176F-9529-AD3715C87983}"/>
          </ac:spMkLst>
        </pc:spChg>
        <pc:spChg chg="mod ord">
          <ac:chgData name="Keona Agadzi" userId="S::keonaagadzi@theromanridgeschool.com::dc0264b5-7ccc-414a-a0af-7cade48a2aed" providerId="AD" clId="Web-{6DD1C99C-3022-4ED3-B928-865794F9A87E}" dt="2026-01-31T13:57:19.740" v="136" actId="1076"/>
          <ac:spMkLst>
            <pc:docMk/>
            <pc:sldMk cId="33854331" sldId="260"/>
            <ac:spMk id="4" creationId="{83BD6D31-FECD-219F-C3A9-B4186128FF8E}"/>
          </ac:spMkLst>
        </pc:spChg>
        <pc:spChg chg="mod">
          <ac:chgData name="Keona Agadzi" userId="S::keonaagadzi@theromanridgeschool.com::dc0264b5-7ccc-414a-a0af-7cade48a2aed" providerId="AD" clId="Web-{6DD1C99C-3022-4ED3-B928-865794F9A87E}" dt="2026-01-31T13:58:01.320" v="141" actId="20577"/>
          <ac:spMkLst>
            <pc:docMk/>
            <pc:sldMk cId="33854331" sldId="260"/>
            <ac:spMk id="6" creationId="{3BE084F1-A317-3025-8E43-0B94FF32B057}"/>
          </ac:spMkLst>
        </pc:spChg>
        <pc:spChg chg="mod">
          <ac:chgData name="Keona Agadzi" userId="S::keonaagadzi@theromanridgeschool.com::dc0264b5-7ccc-414a-a0af-7cade48a2aed" providerId="AD" clId="Web-{6DD1C99C-3022-4ED3-B928-865794F9A87E}" dt="2026-01-31T13:57:24.912" v="139" actId="14100"/>
          <ac:spMkLst>
            <pc:docMk/>
            <pc:sldMk cId="33854331" sldId="260"/>
            <ac:spMk id="8" creationId="{74700D1C-C968-2531-52D7-FA6EAC7C09D2}"/>
          </ac:spMkLst>
        </pc:spChg>
        <pc:spChg chg="mod">
          <ac:chgData name="Keona Agadzi" userId="S::keonaagadzi@theromanridgeschool.com::dc0264b5-7ccc-414a-a0af-7cade48a2aed" providerId="AD" clId="Web-{6DD1C99C-3022-4ED3-B928-865794F9A87E}" dt="2026-01-31T13:57:19.756" v="138" actId="1076"/>
          <ac:spMkLst>
            <pc:docMk/>
            <pc:sldMk cId="33854331" sldId="260"/>
            <ac:spMk id="9" creationId="{3F20CD62-9B6E-44D6-06BC-FA14C126CBD0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3:19.110" v="21"/>
          <ac:spMkLst>
            <pc:docMk/>
            <pc:sldMk cId="33854331" sldId="260"/>
            <ac:spMk id="14" creationId="{533BF18B-C8A1-400D-BBBD-6103EC90FE1A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3:19.110" v="21"/>
          <ac:spMkLst>
            <pc:docMk/>
            <pc:sldMk cId="33854331" sldId="260"/>
            <ac:spMk id="16" creationId="{99413ED5-9ED4-4772-BCE4-2BCAE6B12E35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3:19.110" v="21"/>
          <ac:spMkLst>
            <pc:docMk/>
            <pc:sldMk cId="33854331" sldId="260"/>
            <ac:spMk id="18" creationId="{04357C93-F0CB-4A1C-8F77-4E9063789819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3:19.110" v="21"/>
          <ac:spMkLst>
            <pc:docMk/>
            <pc:sldMk cId="33854331" sldId="260"/>
            <ac:spMk id="20" creationId="{90F533E9-6690-41A8-A372-4C6C622D028D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3:30.641" v="23"/>
          <ac:spMkLst>
            <pc:docMk/>
            <pc:sldMk cId="33854331" sldId="260"/>
            <ac:spMk id="22" creationId="{B0836548-8375-43E9-93FB-1CB9C52E62A3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01.626" v="25"/>
          <ac:spMkLst>
            <pc:docMk/>
            <pc:sldMk cId="33854331" sldId="260"/>
            <ac:spMk id="24" creationId="{DC35A348-C5D6-4112-9FDD-93A493B010B5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12.423" v="27"/>
          <ac:spMkLst>
            <pc:docMk/>
            <pc:sldMk cId="33854331" sldId="260"/>
            <ac:spMk id="29" creationId="{9BB3A3FF-8EE3-498B-8C43-57F2DE9A2A06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12.423" v="27"/>
          <ac:spMkLst>
            <pc:docMk/>
            <pc:sldMk cId="33854331" sldId="260"/>
            <ac:spMk id="33" creationId="{04357C93-F0CB-4A1C-8F77-4E9063789819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25.038" v="29"/>
          <ac:spMkLst>
            <pc:docMk/>
            <pc:sldMk cId="33854331" sldId="260"/>
            <ac:spMk id="35" creationId="{67A5186C-3438-4D83-A03D-BD8A5E2D488D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25.038" v="29"/>
          <ac:spMkLst>
            <pc:docMk/>
            <pc:sldMk cId="33854331" sldId="260"/>
            <ac:spMk id="36" creationId="{1540DFB4-867C-E2BB-EE93-8ED16E2711C9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36.820" v="31"/>
          <ac:spMkLst>
            <pc:docMk/>
            <pc:sldMk cId="33854331" sldId="260"/>
            <ac:spMk id="38" creationId="{B0836548-8375-43E9-93FB-1CB9C52E62A3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52.929" v="33"/>
          <ac:spMkLst>
            <pc:docMk/>
            <pc:sldMk cId="33854331" sldId="260"/>
            <ac:spMk id="40" creationId="{7B4F6806-5898-4FE8-B610-A058C8B8470A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57.757" v="35"/>
          <ac:spMkLst>
            <pc:docMk/>
            <pc:sldMk cId="33854331" sldId="260"/>
            <ac:spMk id="42" creationId="{9CB95732-565A-4D2C-A3AB-CC460C0D3826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57.757" v="35"/>
          <ac:spMkLst>
            <pc:docMk/>
            <pc:sldMk cId="33854331" sldId="260"/>
            <ac:spMk id="43" creationId="{77F1AF47-AE98-4034-BD91-1976FA4D9C4C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57.757" v="35"/>
          <ac:spMkLst>
            <pc:docMk/>
            <pc:sldMk cId="33854331" sldId="260"/>
            <ac:spMk id="44" creationId="{8EC0EE2B-2029-48DD-893D-F528E651B07D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57.757" v="35"/>
          <ac:spMkLst>
            <pc:docMk/>
            <pc:sldMk cId="33854331" sldId="260"/>
            <ac:spMk id="45" creationId="{45AE1D08-1ED1-4F59-B42F-4D8EA33DC8C6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4:57.757" v="35"/>
          <ac:spMkLst>
            <pc:docMk/>
            <pc:sldMk cId="33854331" sldId="260"/>
            <ac:spMk id="46" creationId="{9A79B912-88EA-4640-BDEB-51B3B11A026A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5:04.071" v="37"/>
          <ac:spMkLst>
            <pc:docMk/>
            <pc:sldMk cId="33854331" sldId="260"/>
            <ac:spMk id="48" creationId="{B6ECEE03-918F-43ED-A7B3-F1BDE3FCECAF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35:04.071" v="37"/>
          <ac:spMkLst>
            <pc:docMk/>
            <pc:sldMk cId="33854331" sldId="260"/>
            <ac:spMk id="49" creationId="{010B55F0-C448-403A-8231-AD42A7BA271C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56:14.158" v="123"/>
          <ac:spMkLst>
            <pc:docMk/>
            <pc:sldMk cId="33854331" sldId="260"/>
            <ac:spMk id="51" creationId="{7B4F6806-5898-4FE8-B610-A058C8B8470A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56:14.142" v="122"/>
          <ac:spMkLst>
            <pc:docMk/>
            <pc:sldMk cId="33854331" sldId="260"/>
            <ac:spMk id="53" creationId="{9CB95732-565A-4D2C-A3AB-CC460C0D3826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56:14.142" v="122"/>
          <ac:spMkLst>
            <pc:docMk/>
            <pc:sldMk cId="33854331" sldId="260"/>
            <ac:spMk id="54" creationId="{77F1AF47-AE98-4034-BD91-1976FA4D9C4C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56:14.142" v="122"/>
          <ac:spMkLst>
            <pc:docMk/>
            <pc:sldMk cId="33854331" sldId="260"/>
            <ac:spMk id="55" creationId="{8EC0EE2B-2029-48DD-893D-F528E651B07D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47:33.871" v="106"/>
          <ac:spMkLst>
            <pc:docMk/>
            <pc:sldMk cId="33854331" sldId="260"/>
            <ac:spMk id="56" creationId="{533BF18B-C8A1-400D-BBBD-6103EC90FE1A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56:14.142" v="122"/>
          <ac:spMkLst>
            <pc:docMk/>
            <pc:sldMk cId="33854331" sldId="260"/>
            <ac:spMk id="57" creationId="{45AE1D08-1ED1-4F59-B42F-4D8EA33DC8C6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47:33.871" v="106"/>
          <ac:spMkLst>
            <pc:docMk/>
            <pc:sldMk cId="33854331" sldId="260"/>
            <ac:spMk id="58" creationId="{99413ED5-9ED4-4772-BCE4-2BCAE6B12E35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47:33.871" v="106"/>
          <ac:spMkLst>
            <pc:docMk/>
            <pc:sldMk cId="33854331" sldId="260"/>
            <ac:spMk id="60" creationId="{04357C93-F0CB-4A1C-8F77-4E9063789819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47:33.871" v="106"/>
          <ac:spMkLst>
            <pc:docMk/>
            <pc:sldMk cId="33854331" sldId="260"/>
            <ac:spMk id="62" creationId="{90F533E9-6690-41A8-A372-4C6C622D028D}"/>
          </ac:spMkLst>
        </pc:spChg>
        <pc:spChg chg="add del">
          <ac:chgData name="Keona Agadzi" userId="S::keonaagadzi@theromanridgeschool.com::dc0264b5-7ccc-414a-a0af-7cade48a2aed" providerId="AD" clId="Web-{6DD1C99C-3022-4ED3-B928-865794F9A87E}" dt="2026-01-31T13:56:14.142" v="122"/>
          <ac:spMkLst>
            <pc:docMk/>
            <pc:sldMk cId="33854331" sldId="260"/>
            <ac:spMk id="64" creationId="{9A79B912-88EA-4640-BDEB-51B3B11A026A}"/>
          </ac:spMkLst>
        </pc:spChg>
        <pc:spChg chg="add">
          <ac:chgData name="Keona Agadzi" userId="S::keonaagadzi@theromanridgeschool.com::dc0264b5-7ccc-414a-a0af-7cade48a2aed" providerId="AD" clId="Web-{6DD1C99C-3022-4ED3-B928-865794F9A87E}" dt="2026-01-31T13:56:14.158" v="123"/>
          <ac:spMkLst>
            <pc:docMk/>
            <pc:sldMk cId="33854331" sldId="260"/>
            <ac:spMk id="66" creationId="{533BF18B-C8A1-400D-BBBD-6103EC90FE1A}"/>
          </ac:spMkLst>
        </pc:spChg>
        <pc:spChg chg="add">
          <ac:chgData name="Keona Agadzi" userId="S::keonaagadzi@theromanridgeschool.com::dc0264b5-7ccc-414a-a0af-7cade48a2aed" providerId="AD" clId="Web-{6DD1C99C-3022-4ED3-B928-865794F9A87E}" dt="2026-01-31T13:56:14.158" v="123"/>
          <ac:spMkLst>
            <pc:docMk/>
            <pc:sldMk cId="33854331" sldId="260"/>
            <ac:spMk id="67" creationId="{99413ED5-9ED4-4772-BCE4-2BCAE6B12E35}"/>
          </ac:spMkLst>
        </pc:spChg>
        <pc:spChg chg="add">
          <ac:chgData name="Keona Agadzi" userId="S::keonaagadzi@theromanridgeschool.com::dc0264b5-7ccc-414a-a0af-7cade48a2aed" providerId="AD" clId="Web-{6DD1C99C-3022-4ED3-B928-865794F9A87E}" dt="2026-01-31T13:56:14.158" v="123"/>
          <ac:spMkLst>
            <pc:docMk/>
            <pc:sldMk cId="33854331" sldId="260"/>
            <ac:spMk id="68" creationId="{04357C93-F0CB-4A1C-8F77-4E9063789819}"/>
          </ac:spMkLst>
        </pc:spChg>
        <pc:spChg chg="add">
          <ac:chgData name="Keona Agadzi" userId="S::keonaagadzi@theromanridgeschool.com::dc0264b5-7ccc-414a-a0af-7cade48a2aed" providerId="AD" clId="Web-{6DD1C99C-3022-4ED3-B928-865794F9A87E}" dt="2026-01-31T13:56:14.158" v="123"/>
          <ac:spMkLst>
            <pc:docMk/>
            <pc:sldMk cId="33854331" sldId="260"/>
            <ac:spMk id="69" creationId="{90F533E9-6690-41A8-A372-4C6C622D028D}"/>
          </ac:spMkLst>
        </pc:spChg>
        <pc:grpChg chg="add del">
          <ac:chgData name="Keona Agadzi" userId="S::keonaagadzi@theromanridgeschool.com::dc0264b5-7ccc-414a-a0af-7cade48a2aed" providerId="AD" clId="Web-{6DD1C99C-3022-4ED3-B928-865794F9A87E}" dt="2026-01-31T13:34:01.626" v="25"/>
          <ac:grpSpMkLst>
            <pc:docMk/>
            <pc:sldMk cId="33854331" sldId="260"/>
            <ac:grpSpMk id="25" creationId="{AC0B7807-0C83-4963-821A-69B172722E49}"/>
          </ac:grpSpMkLst>
        </pc:grpChg>
        <pc:grpChg chg="add del">
          <ac:chgData name="Keona Agadzi" userId="S::keonaagadzi@theromanridgeschool.com::dc0264b5-7ccc-414a-a0af-7cade48a2aed" providerId="AD" clId="Web-{6DD1C99C-3022-4ED3-B928-865794F9A87E}" dt="2026-01-31T13:34:12.423" v="27"/>
          <ac:grpSpMkLst>
            <pc:docMk/>
            <pc:sldMk cId="33854331" sldId="260"/>
            <ac:grpSpMk id="30" creationId="{22983B4D-AA9E-4FCA-A321-B87362793229}"/>
          </ac:grpSpMkLst>
        </pc:grpChg>
        <pc:picChg chg="add del mod">
          <ac:chgData name="Keona Agadzi" userId="S::keonaagadzi@theromanridgeschool.com::dc0264b5-7ccc-414a-a0af-7cade48a2aed" providerId="AD" clId="Web-{6DD1C99C-3022-4ED3-B928-865794F9A87E}" dt="2026-01-31T13:31:33.053" v="19"/>
          <ac:picMkLst>
            <pc:docMk/>
            <pc:sldMk cId="33854331" sldId="260"/>
            <ac:picMk id="3" creationId="{1F591C3C-D4F6-5D65-A56D-BEE6FC9CD224}"/>
          </ac:picMkLst>
        </pc:picChg>
        <pc:picChg chg="add del mod">
          <ac:chgData name="Keona Agadzi" userId="S::keonaagadzi@theromanridgeschool.com::dc0264b5-7ccc-414a-a0af-7cade48a2aed" providerId="AD" clId="Web-{6DD1C99C-3022-4ED3-B928-865794F9A87E}" dt="2026-01-31T13:51:54.673" v="120"/>
          <ac:picMkLst>
            <pc:docMk/>
            <pc:sldMk cId="33854331" sldId="260"/>
            <ac:picMk id="5" creationId="{0E460D7A-D7BA-F13D-A641-CE4036A1BA7F}"/>
          </ac:picMkLst>
        </pc:picChg>
        <pc:picChg chg="del">
          <ac:chgData name="Keona Agadzi" userId="S::keonaagadzi@theromanridgeschool.com::dc0264b5-7ccc-414a-a0af-7cade48a2aed" providerId="AD" clId="Web-{6DD1C99C-3022-4ED3-B928-865794F9A87E}" dt="2026-01-31T13:25:10.809" v="7"/>
          <ac:picMkLst>
            <pc:docMk/>
            <pc:sldMk cId="33854331" sldId="260"/>
            <ac:picMk id="15" creationId="{A89DA317-8643-1C9D-F4CE-208E72B378FE}"/>
          </ac:picMkLst>
        </pc:picChg>
        <pc:picChg chg="del">
          <ac:chgData name="Keona Agadzi" userId="S::keonaagadzi@theromanridgeschool.com::dc0264b5-7ccc-414a-a0af-7cade48a2aed" providerId="AD" clId="Web-{6DD1C99C-3022-4ED3-B928-865794F9A87E}" dt="2026-01-31T13:24:43.746" v="6"/>
          <ac:picMkLst>
            <pc:docMk/>
            <pc:sldMk cId="33854331" sldId="260"/>
            <ac:picMk id="17" creationId="{89E15181-61FD-2EFA-8012-24FE85071D86}"/>
          </ac:picMkLst>
        </pc:picChg>
        <pc:picChg chg="del">
          <ac:chgData name="Keona Agadzi" userId="S::keonaagadzi@theromanridgeschool.com::dc0264b5-7ccc-414a-a0af-7cade48a2aed" providerId="AD" clId="Web-{6DD1C99C-3022-4ED3-B928-865794F9A87E}" dt="2026-01-31T13:25:22.263" v="8"/>
          <ac:picMkLst>
            <pc:docMk/>
            <pc:sldMk cId="33854331" sldId="260"/>
            <ac:picMk id="19" creationId="{9C872F2B-F9DD-1EE4-9F61-6B6EF4A215F3}"/>
          </ac:picMkLst>
        </pc:picChg>
      </pc:sldChg>
      <pc:sldChg chg="delSp modSp">
        <pc:chgData name="Keona Agadzi" userId="S::keonaagadzi@theromanridgeschool.com::dc0264b5-7ccc-414a-a0af-7cade48a2aed" providerId="AD" clId="Web-{6DD1C99C-3022-4ED3-B928-865794F9A87E}" dt="2026-01-31T13:59:05.245" v="144"/>
        <pc:sldMkLst>
          <pc:docMk/>
          <pc:sldMk cId="2067792205" sldId="261"/>
        </pc:sldMkLst>
        <pc:spChg chg="mod">
          <ac:chgData name="Keona Agadzi" userId="S::keonaagadzi@theromanridgeschool.com::dc0264b5-7ccc-414a-a0af-7cade48a2aed" providerId="AD" clId="Web-{6DD1C99C-3022-4ED3-B928-865794F9A87E}" dt="2026-01-31T13:59:05.245" v="144"/>
          <ac:spMkLst>
            <pc:docMk/>
            <pc:sldMk cId="2067792205" sldId="261"/>
            <ac:spMk id="2" creationId="{7FCB4B2E-95E6-2FD8-28B5-10BF18A01ACF}"/>
          </ac:spMkLst>
        </pc:spChg>
        <pc:spChg chg="del mod">
          <ac:chgData name="Keona Agadzi" userId="S::keonaagadzi@theromanridgeschool.com::dc0264b5-7ccc-414a-a0af-7cade48a2aed" providerId="AD" clId="Web-{6DD1C99C-3022-4ED3-B928-865794F9A87E}" dt="2026-01-31T13:40:56.735" v="71"/>
          <ac:spMkLst>
            <pc:docMk/>
            <pc:sldMk cId="2067792205" sldId="261"/>
            <ac:spMk id="17" creationId="{CB0D2D0C-11A4-73CB-D7AB-32A8979F2512}"/>
          </ac:spMkLst>
        </pc:spChg>
        <pc:spChg chg="del">
          <ac:chgData name="Keona Agadzi" userId="S::keonaagadzi@theromanridgeschool.com::dc0264b5-7ccc-414a-a0af-7cade48a2aed" providerId="AD" clId="Web-{6DD1C99C-3022-4ED3-B928-865794F9A87E}" dt="2026-01-31T13:40:27.702" v="70"/>
          <ac:spMkLst>
            <pc:docMk/>
            <pc:sldMk cId="2067792205" sldId="261"/>
            <ac:spMk id="18" creationId="{8D75676B-DA14-CBA8-2D81-E0095359CF9C}"/>
          </ac:spMkLst>
        </pc:spChg>
        <pc:spChg chg="del">
          <ac:chgData name="Keona Agadzi" userId="S::keonaagadzi@theromanridgeschool.com::dc0264b5-7ccc-414a-a0af-7cade48a2aed" providerId="AD" clId="Web-{6DD1C99C-3022-4ED3-B928-865794F9A87E}" dt="2026-01-31T13:40:57.828" v="72"/>
          <ac:spMkLst>
            <pc:docMk/>
            <pc:sldMk cId="2067792205" sldId="261"/>
            <ac:spMk id="19" creationId="{6C2458F4-AC09-D950-6727-56FBF78C6668}"/>
          </ac:spMkLst>
        </pc:spChg>
        <pc:spChg chg="mod">
          <ac:chgData name="Keona Agadzi" userId="S::keonaagadzi@theromanridgeschool.com::dc0264b5-7ccc-414a-a0af-7cade48a2aed" providerId="AD" clId="Web-{6DD1C99C-3022-4ED3-B928-865794F9A87E}" dt="2026-01-31T13:38:42.304" v="69" actId="20577"/>
          <ac:spMkLst>
            <pc:docMk/>
            <pc:sldMk cId="2067792205" sldId="261"/>
            <ac:spMk id="24" creationId="{D9B78CBC-28E4-B98B-BE41-C2F0FF0CFA4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(K)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Male Adult</c:v>
                </c:pt>
                <c:pt idx="1">
                  <c:v>Female Adult</c:v>
                </c:pt>
                <c:pt idx="2">
                  <c:v>Male Child</c:v>
                </c:pt>
                <c:pt idx="3">
                  <c:v>Female Child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22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81-4F66-8DE3-F4CABBF679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7241791"/>
        <c:axId val="797242751"/>
      </c:barChart>
      <c:catAx>
        <c:axId val="797241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7242751"/>
        <c:crosses val="autoZero"/>
        <c:auto val="1"/>
        <c:lblAlgn val="ctr"/>
        <c:lblOffset val="100"/>
        <c:noMultiLvlLbl val="0"/>
      </c:catAx>
      <c:valAx>
        <c:axId val="797242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7241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FF4CCB-DE26-4A04-ADC2-2EE0B5F52C94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F19129-4531-4B59-901A-C6FB9AB5FCB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 dirty="0"/>
            <a:t>Secondary data from  </a:t>
          </a:r>
          <a:r>
            <a:rPr lang="en-US" dirty="0"/>
            <a:t>Federal Road Safety Corps (FRSC) and National Bureau of Statistics (NBS)  </a:t>
          </a:r>
          <a:br>
            <a:rPr lang="en-US" b="0" i="0" baseline="0" dirty="0"/>
          </a:br>
          <a:r>
            <a:rPr lang="en-US" b="0" i="0" baseline="0" dirty="0"/>
            <a:t> </a:t>
          </a:r>
          <a:endParaRPr lang="en-US" dirty="0"/>
        </a:p>
      </dgm:t>
    </dgm:pt>
    <dgm:pt modelId="{86EA467C-8E0C-43C5-87DE-7B5623FC244E}" type="parTrans" cxnId="{A1047265-450E-40C3-A112-FE58C930C343}">
      <dgm:prSet/>
      <dgm:spPr/>
      <dgm:t>
        <a:bodyPr/>
        <a:lstStyle/>
        <a:p>
          <a:endParaRPr lang="en-US"/>
        </a:p>
      </dgm:t>
    </dgm:pt>
    <dgm:pt modelId="{9C567EE5-F227-4AD7-8ECD-D349F7CB030F}" type="sibTrans" cxnId="{A1047265-450E-40C3-A112-FE58C930C343}">
      <dgm:prSet/>
      <dgm:spPr/>
      <dgm:t>
        <a:bodyPr/>
        <a:lstStyle/>
        <a:p>
          <a:endParaRPr lang="en-US"/>
        </a:p>
      </dgm:t>
    </dgm:pt>
    <dgm:pt modelId="{CD95E548-6A6B-4299-862D-071A5B08AC5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Quarterly crash and casualty statistics (2021–2023) </a:t>
          </a:r>
          <a:br>
            <a:rPr lang="en-US" b="0" i="0" baseline="0"/>
          </a:br>
          <a:endParaRPr lang="en-US"/>
        </a:p>
      </dgm:t>
    </dgm:pt>
    <dgm:pt modelId="{1C35BD06-73CA-45B2-9352-3AA9E159E47A}" type="parTrans" cxnId="{492DA3DA-CFE6-4AF6-BC02-21D0D63D02CD}">
      <dgm:prSet/>
      <dgm:spPr/>
      <dgm:t>
        <a:bodyPr/>
        <a:lstStyle/>
        <a:p>
          <a:endParaRPr lang="en-US"/>
        </a:p>
      </dgm:t>
    </dgm:pt>
    <dgm:pt modelId="{3BDA7928-9AD2-4083-AE37-747F0D4AF731}" type="sibTrans" cxnId="{492DA3DA-CFE6-4AF6-BC02-21D0D63D02CD}">
      <dgm:prSet/>
      <dgm:spPr/>
      <dgm:t>
        <a:bodyPr/>
        <a:lstStyle/>
        <a:p>
          <a:endParaRPr lang="en-US"/>
        </a:p>
      </dgm:t>
    </dgm:pt>
    <dgm:pt modelId="{7D7FD2F5-87C4-49A5-8F30-0653820DA94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Data on crash causes, vehicle categories, injuries, and deaths</a:t>
          </a:r>
          <a:br>
            <a:rPr lang="en-US" b="0" i="0" baseline="0"/>
          </a:br>
          <a:endParaRPr lang="en-US"/>
        </a:p>
      </dgm:t>
    </dgm:pt>
    <dgm:pt modelId="{ABBFA3A2-82BB-4D19-9F57-DBAB069F054D}" type="parTrans" cxnId="{E0F8E0B3-F1A8-40FB-A66B-1FBE114FFBEF}">
      <dgm:prSet/>
      <dgm:spPr/>
      <dgm:t>
        <a:bodyPr/>
        <a:lstStyle/>
        <a:p>
          <a:endParaRPr lang="en-US"/>
        </a:p>
      </dgm:t>
    </dgm:pt>
    <dgm:pt modelId="{F2CB2627-48EB-414D-BC1B-EBBB6D173142}" type="sibTrans" cxnId="{E0F8E0B3-F1A8-40FB-A66B-1FBE114FFBEF}">
      <dgm:prSet/>
      <dgm:spPr/>
      <dgm:t>
        <a:bodyPr/>
        <a:lstStyle/>
        <a:p>
          <a:endParaRPr lang="en-US"/>
        </a:p>
      </dgm:t>
    </dgm:pt>
    <dgm:pt modelId="{157968EE-CA5B-427C-A329-5CD9AF2A552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 dirty="0"/>
            <a:t>Geospatial boundary data used to identify crash hotspots </a:t>
          </a:r>
          <a:endParaRPr lang="en-US" dirty="0"/>
        </a:p>
      </dgm:t>
    </dgm:pt>
    <dgm:pt modelId="{04DD85FD-4119-4F92-BA04-F14E74337C51}" type="parTrans" cxnId="{2DFC00D4-69D3-4150-B435-F596B52F3E78}">
      <dgm:prSet/>
      <dgm:spPr/>
      <dgm:t>
        <a:bodyPr/>
        <a:lstStyle/>
        <a:p>
          <a:endParaRPr lang="en-US"/>
        </a:p>
      </dgm:t>
    </dgm:pt>
    <dgm:pt modelId="{50B455D4-2D0E-4FD2-BD6A-0FEE56B26546}" type="sibTrans" cxnId="{2DFC00D4-69D3-4150-B435-F596B52F3E78}">
      <dgm:prSet/>
      <dgm:spPr/>
      <dgm:t>
        <a:bodyPr/>
        <a:lstStyle/>
        <a:p>
          <a:endParaRPr lang="en-US"/>
        </a:p>
      </dgm:t>
    </dgm:pt>
    <dgm:pt modelId="{5F5E1F17-06D7-4197-B1E9-C88141CEDCEA}" type="pres">
      <dgm:prSet presAssocID="{17FF4CCB-DE26-4A04-ADC2-2EE0B5F52C94}" presName="root" presStyleCnt="0">
        <dgm:presLayoutVars>
          <dgm:dir/>
          <dgm:resizeHandles val="exact"/>
        </dgm:presLayoutVars>
      </dgm:prSet>
      <dgm:spPr/>
    </dgm:pt>
    <dgm:pt modelId="{A21F388F-CA3A-419F-803F-32C29170691E}" type="pres">
      <dgm:prSet presAssocID="{4DF19129-4531-4B59-901A-C6FB9AB5FCBF}" presName="compNode" presStyleCnt="0"/>
      <dgm:spPr/>
    </dgm:pt>
    <dgm:pt modelId="{FDF73246-64CD-46C6-9633-A5424DF8FCAF}" type="pres">
      <dgm:prSet presAssocID="{4DF19129-4531-4B59-901A-C6FB9AB5FCBF}" presName="iconBgRect" presStyleLbl="bgShp" presStyleIdx="0" presStyleCnt="4"/>
      <dgm:spPr/>
    </dgm:pt>
    <dgm:pt modelId="{95385D7B-56D2-4E72-BAAC-E0261A894D19}" type="pres">
      <dgm:prSet presAssocID="{4DF19129-4531-4B59-901A-C6FB9AB5FCB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43192C47-EEC7-4DD8-B6EB-62AC21C204BF}" type="pres">
      <dgm:prSet presAssocID="{4DF19129-4531-4B59-901A-C6FB9AB5FCBF}" presName="spaceRect" presStyleCnt="0"/>
      <dgm:spPr/>
    </dgm:pt>
    <dgm:pt modelId="{B585A26F-D057-4FA1-AFB8-6976F2965DC4}" type="pres">
      <dgm:prSet presAssocID="{4DF19129-4531-4B59-901A-C6FB9AB5FCBF}" presName="textRect" presStyleLbl="revTx" presStyleIdx="0" presStyleCnt="4">
        <dgm:presLayoutVars>
          <dgm:chMax val="1"/>
          <dgm:chPref val="1"/>
        </dgm:presLayoutVars>
      </dgm:prSet>
      <dgm:spPr/>
    </dgm:pt>
    <dgm:pt modelId="{9A8DAB8E-A9BD-41E3-AA7E-86D20BD7961E}" type="pres">
      <dgm:prSet presAssocID="{9C567EE5-F227-4AD7-8ECD-D349F7CB030F}" presName="sibTrans" presStyleCnt="0"/>
      <dgm:spPr/>
    </dgm:pt>
    <dgm:pt modelId="{3C9B23CF-0E74-4757-B6EC-A2E6D5D065F5}" type="pres">
      <dgm:prSet presAssocID="{CD95E548-6A6B-4299-862D-071A5B08AC51}" presName="compNode" presStyleCnt="0"/>
      <dgm:spPr/>
    </dgm:pt>
    <dgm:pt modelId="{7DF12BA4-0AC1-40BC-8508-D6947F278A9A}" type="pres">
      <dgm:prSet presAssocID="{CD95E548-6A6B-4299-862D-071A5B08AC51}" presName="iconBgRect" presStyleLbl="bgShp" presStyleIdx="1" presStyleCnt="4"/>
      <dgm:spPr/>
    </dgm:pt>
    <dgm:pt modelId="{61C6134D-EEAE-4AB8-8260-C7BE359E69C7}" type="pres">
      <dgm:prSet presAssocID="{CD95E548-6A6B-4299-862D-071A5B08AC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E2815123-253D-4E69-80C8-87A0400A82D2}" type="pres">
      <dgm:prSet presAssocID="{CD95E548-6A6B-4299-862D-071A5B08AC51}" presName="spaceRect" presStyleCnt="0"/>
      <dgm:spPr/>
    </dgm:pt>
    <dgm:pt modelId="{B07A9A36-7483-4A7A-A7C6-D88323AA3958}" type="pres">
      <dgm:prSet presAssocID="{CD95E548-6A6B-4299-862D-071A5B08AC51}" presName="textRect" presStyleLbl="revTx" presStyleIdx="1" presStyleCnt="4">
        <dgm:presLayoutVars>
          <dgm:chMax val="1"/>
          <dgm:chPref val="1"/>
        </dgm:presLayoutVars>
      </dgm:prSet>
      <dgm:spPr/>
    </dgm:pt>
    <dgm:pt modelId="{FCEE9831-7A0C-40CA-9417-AF3A656164E6}" type="pres">
      <dgm:prSet presAssocID="{3BDA7928-9AD2-4083-AE37-747F0D4AF731}" presName="sibTrans" presStyleCnt="0"/>
      <dgm:spPr/>
    </dgm:pt>
    <dgm:pt modelId="{E940D8F3-3C4C-48AE-A75A-FB314733C06B}" type="pres">
      <dgm:prSet presAssocID="{7D7FD2F5-87C4-49A5-8F30-0653820DA946}" presName="compNode" presStyleCnt="0"/>
      <dgm:spPr/>
    </dgm:pt>
    <dgm:pt modelId="{7BA6713D-EB49-4582-9DEE-9B0648F23C8F}" type="pres">
      <dgm:prSet presAssocID="{7D7FD2F5-87C4-49A5-8F30-0653820DA946}" presName="iconBgRect" presStyleLbl="bgShp" presStyleIdx="2" presStyleCnt="4"/>
      <dgm:spPr/>
    </dgm:pt>
    <dgm:pt modelId="{208FC08E-D9E2-45F5-8EB7-44C0A9D25F3F}" type="pres">
      <dgm:prSet presAssocID="{7D7FD2F5-87C4-49A5-8F30-0653820DA94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F60A99EA-47AA-47C0-9E05-11FF0CDDCA58}" type="pres">
      <dgm:prSet presAssocID="{7D7FD2F5-87C4-49A5-8F30-0653820DA946}" presName="spaceRect" presStyleCnt="0"/>
      <dgm:spPr/>
    </dgm:pt>
    <dgm:pt modelId="{6967FFE7-9B59-4F54-942D-D907C09EA121}" type="pres">
      <dgm:prSet presAssocID="{7D7FD2F5-87C4-49A5-8F30-0653820DA946}" presName="textRect" presStyleLbl="revTx" presStyleIdx="2" presStyleCnt="4">
        <dgm:presLayoutVars>
          <dgm:chMax val="1"/>
          <dgm:chPref val="1"/>
        </dgm:presLayoutVars>
      </dgm:prSet>
      <dgm:spPr/>
    </dgm:pt>
    <dgm:pt modelId="{7651B542-3A3A-4CE2-B70B-98C94A90B706}" type="pres">
      <dgm:prSet presAssocID="{F2CB2627-48EB-414D-BC1B-EBBB6D173142}" presName="sibTrans" presStyleCnt="0"/>
      <dgm:spPr/>
    </dgm:pt>
    <dgm:pt modelId="{A9FE3523-2526-4A55-B338-D4BCD83A2319}" type="pres">
      <dgm:prSet presAssocID="{157968EE-CA5B-427C-A329-5CD9AF2A552E}" presName="compNode" presStyleCnt="0"/>
      <dgm:spPr/>
    </dgm:pt>
    <dgm:pt modelId="{0AA50832-3FE2-4643-9224-18C4C5DCF21B}" type="pres">
      <dgm:prSet presAssocID="{157968EE-CA5B-427C-A329-5CD9AF2A552E}" presName="iconBgRect" presStyleLbl="bgShp" presStyleIdx="3" presStyleCnt="4"/>
      <dgm:spPr/>
    </dgm:pt>
    <dgm:pt modelId="{3E1316D5-372B-4B65-B388-4B82E7B339A8}" type="pres">
      <dgm:prSet presAssocID="{157968EE-CA5B-427C-A329-5CD9AF2A552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466756A4-F176-49FE-BFBB-C9B160908BBD}" type="pres">
      <dgm:prSet presAssocID="{157968EE-CA5B-427C-A329-5CD9AF2A552E}" presName="spaceRect" presStyleCnt="0"/>
      <dgm:spPr/>
    </dgm:pt>
    <dgm:pt modelId="{73DD809C-585C-4036-BD7E-16A5F8FF8D99}" type="pres">
      <dgm:prSet presAssocID="{157968EE-CA5B-427C-A329-5CD9AF2A552E}" presName="textRect" presStyleLbl="revTx" presStyleIdx="3" presStyleCnt="4" custLinFactNeighborX="466" custLinFactNeighborY="-7792">
        <dgm:presLayoutVars>
          <dgm:chMax val="1"/>
          <dgm:chPref val="1"/>
        </dgm:presLayoutVars>
      </dgm:prSet>
      <dgm:spPr/>
    </dgm:pt>
  </dgm:ptLst>
  <dgm:cxnLst>
    <dgm:cxn modelId="{F27D3000-E337-43AA-A9A9-F8455AD41AFE}" type="presOf" srcId="{7D7FD2F5-87C4-49A5-8F30-0653820DA946}" destId="{6967FFE7-9B59-4F54-942D-D907C09EA121}" srcOrd="0" destOrd="0" presId="urn:microsoft.com/office/officeart/2018/5/layout/IconCircleLabelList"/>
    <dgm:cxn modelId="{83AEE833-719A-48DA-92DF-6149FC0560E6}" type="presOf" srcId="{17FF4CCB-DE26-4A04-ADC2-2EE0B5F52C94}" destId="{5F5E1F17-06D7-4197-B1E9-C88141CEDCEA}" srcOrd="0" destOrd="0" presId="urn:microsoft.com/office/officeart/2018/5/layout/IconCircleLabelList"/>
    <dgm:cxn modelId="{5F0C7F39-26E4-4182-ABE8-A0B783B16F00}" type="presOf" srcId="{CD95E548-6A6B-4299-862D-071A5B08AC51}" destId="{B07A9A36-7483-4A7A-A7C6-D88323AA3958}" srcOrd="0" destOrd="0" presId="urn:microsoft.com/office/officeart/2018/5/layout/IconCircleLabelList"/>
    <dgm:cxn modelId="{A1047265-450E-40C3-A112-FE58C930C343}" srcId="{17FF4CCB-DE26-4A04-ADC2-2EE0B5F52C94}" destId="{4DF19129-4531-4B59-901A-C6FB9AB5FCBF}" srcOrd="0" destOrd="0" parTransId="{86EA467C-8E0C-43C5-87DE-7B5623FC244E}" sibTransId="{9C567EE5-F227-4AD7-8ECD-D349F7CB030F}"/>
    <dgm:cxn modelId="{780B3B7C-0ACC-4D41-8E84-204484905A33}" type="presOf" srcId="{157968EE-CA5B-427C-A329-5CD9AF2A552E}" destId="{73DD809C-585C-4036-BD7E-16A5F8FF8D99}" srcOrd="0" destOrd="0" presId="urn:microsoft.com/office/officeart/2018/5/layout/IconCircleLabelList"/>
    <dgm:cxn modelId="{E0F8E0B3-F1A8-40FB-A66B-1FBE114FFBEF}" srcId="{17FF4CCB-DE26-4A04-ADC2-2EE0B5F52C94}" destId="{7D7FD2F5-87C4-49A5-8F30-0653820DA946}" srcOrd="2" destOrd="0" parTransId="{ABBFA3A2-82BB-4D19-9F57-DBAB069F054D}" sibTransId="{F2CB2627-48EB-414D-BC1B-EBBB6D173142}"/>
    <dgm:cxn modelId="{2DFC00D4-69D3-4150-B435-F596B52F3E78}" srcId="{17FF4CCB-DE26-4A04-ADC2-2EE0B5F52C94}" destId="{157968EE-CA5B-427C-A329-5CD9AF2A552E}" srcOrd="3" destOrd="0" parTransId="{04DD85FD-4119-4F92-BA04-F14E74337C51}" sibTransId="{50B455D4-2D0E-4FD2-BD6A-0FEE56B26546}"/>
    <dgm:cxn modelId="{492DA3DA-CFE6-4AF6-BC02-21D0D63D02CD}" srcId="{17FF4CCB-DE26-4A04-ADC2-2EE0B5F52C94}" destId="{CD95E548-6A6B-4299-862D-071A5B08AC51}" srcOrd="1" destOrd="0" parTransId="{1C35BD06-73CA-45B2-9352-3AA9E159E47A}" sibTransId="{3BDA7928-9AD2-4083-AE37-747F0D4AF731}"/>
    <dgm:cxn modelId="{BA62F4DB-C4BA-46AD-B367-03B84EF3CE4F}" type="presOf" srcId="{4DF19129-4531-4B59-901A-C6FB9AB5FCBF}" destId="{B585A26F-D057-4FA1-AFB8-6976F2965DC4}" srcOrd="0" destOrd="0" presId="urn:microsoft.com/office/officeart/2018/5/layout/IconCircleLabelList"/>
    <dgm:cxn modelId="{E5059AC4-BEEA-4586-B1F8-4EFDE0B3C07A}" type="presParOf" srcId="{5F5E1F17-06D7-4197-B1E9-C88141CEDCEA}" destId="{A21F388F-CA3A-419F-803F-32C29170691E}" srcOrd="0" destOrd="0" presId="urn:microsoft.com/office/officeart/2018/5/layout/IconCircleLabelList"/>
    <dgm:cxn modelId="{5EC1F5EE-D656-4AAF-B3D0-85452FCCBD47}" type="presParOf" srcId="{A21F388F-CA3A-419F-803F-32C29170691E}" destId="{FDF73246-64CD-46C6-9633-A5424DF8FCAF}" srcOrd="0" destOrd="0" presId="urn:microsoft.com/office/officeart/2018/5/layout/IconCircleLabelList"/>
    <dgm:cxn modelId="{B7C8483D-6389-4913-BE74-6FBEE39A7471}" type="presParOf" srcId="{A21F388F-CA3A-419F-803F-32C29170691E}" destId="{95385D7B-56D2-4E72-BAAC-E0261A894D19}" srcOrd="1" destOrd="0" presId="urn:microsoft.com/office/officeart/2018/5/layout/IconCircleLabelList"/>
    <dgm:cxn modelId="{EA0523F4-BA62-4FF8-B1B2-EB0A0FB09EEB}" type="presParOf" srcId="{A21F388F-CA3A-419F-803F-32C29170691E}" destId="{43192C47-EEC7-4DD8-B6EB-62AC21C204BF}" srcOrd="2" destOrd="0" presId="urn:microsoft.com/office/officeart/2018/5/layout/IconCircleLabelList"/>
    <dgm:cxn modelId="{8796D074-A524-4A05-8257-80CCC386E3D0}" type="presParOf" srcId="{A21F388F-CA3A-419F-803F-32C29170691E}" destId="{B585A26F-D057-4FA1-AFB8-6976F2965DC4}" srcOrd="3" destOrd="0" presId="urn:microsoft.com/office/officeart/2018/5/layout/IconCircleLabelList"/>
    <dgm:cxn modelId="{5D3C4530-0907-4352-9B6F-760E8CC87DC3}" type="presParOf" srcId="{5F5E1F17-06D7-4197-B1E9-C88141CEDCEA}" destId="{9A8DAB8E-A9BD-41E3-AA7E-86D20BD7961E}" srcOrd="1" destOrd="0" presId="urn:microsoft.com/office/officeart/2018/5/layout/IconCircleLabelList"/>
    <dgm:cxn modelId="{B18A9900-DEC0-41DE-A123-0CE5DAA7105C}" type="presParOf" srcId="{5F5E1F17-06D7-4197-B1E9-C88141CEDCEA}" destId="{3C9B23CF-0E74-4757-B6EC-A2E6D5D065F5}" srcOrd="2" destOrd="0" presId="urn:microsoft.com/office/officeart/2018/5/layout/IconCircleLabelList"/>
    <dgm:cxn modelId="{DCE0515F-EA25-44E2-A273-B559E945600C}" type="presParOf" srcId="{3C9B23CF-0E74-4757-B6EC-A2E6D5D065F5}" destId="{7DF12BA4-0AC1-40BC-8508-D6947F278A9A}" srcOrd="0" destOrd="0" presId="urn:microsoft.com/office/officeart/2018/5/layout/IconCircleLabelList"/>
    <dgm:cxn modelId="{0135F5D3-305C-4877-B59E-478DE4602616}" type="presParOf" srcId="{3C9B23CF-0E74-4757-B6EC-A2E6D5D065F5}" destId="{61C6134D-EEAE-4AB8-8260-C7BE359E69C7}" srcOrd="1" destOrd="0" presId="urn:microsoft.com/office/officeart/2018/5/layout/IconCircleLabelList"/>
    <dgm:cxn modelId="{8C584D75-FADF-4CAB-902B-D1614940BB2F}" type="presParOf" srcId="{3C9B23CF-0E74-4757-B6EC-A2E6D5D065F5}" destId="{E2815123-253D-4E69-80C8-87A0400A82D2}" srcOrd="2" destOrd="0" presId="urn:microsoft.com/office/officeart/2018/5/layout/IconCircleLabelList"/>
    <dgm:cxn modelId="{4869C508-9A66-44CD-889D-8CF29EB1717C}" type="presParOf" srcId="{3C9B23CF-0E74-4757-B6EC-A2E6D5D065F5}" destId="{B07A9A36-7483-4A7A-A7C6-D88323AA3958}" srcOrd="3" destOrd="0" presId="urn:microsoft.com/office/officeart/2018/5/layout/IconCircleLabelList"/>
    <dgm:cxn modelId="{64C9B784-B414-410E-BEFD-B5CBF6428FC2}" type="presParOf" srcId="{5F5E1F17-06D7-4197-B1E9-C88141CEDCEA}" destId="{FCEE9831-7A0C-40CA-9417-AF3A656164E6}" srcOrd="3" destOrd="0" presId="urn:microsoft.com/office/officeart/2018/5/layout/IconCircleLabelList"/>
    <dgm:cxn modelId="{F5985B18-4454-4F7E-A4D2-0D20B304F5D5}" type="presParOf" srcId="{5F5E1F17-06D7-4197-B1E9-C88141CEDCEA}" destId="{E940D8F3-3C4C-48AE-A75A-FB314733C06B}" srcOrd="4" destOrd="0" presId="urn:microsoft.com/office/officeart/2018/5/layout/IconCircleLabelList"/>
    <dgm:cxn modelId="{E3803ABD-BD37-4D1F-968F-B954BB7D9FA0}" type="presParOf" srcId="{E940D8F3-3C4C-48AE-A75A-FB314733C06B}" destId="{7BA6713D-EB49-4582-9DEE-9B0648F23C8F}" srcOrd="0" destOrd="0" presId="urn:microsoft.com/office/officeart/2018/5/layout/IconCircleLabelList"/>
    <dgm:cxn modelId="{37258868-A8D3-4FC1-81CE-B1210B8A71F3}" type="presParOf" srcId="{E940D8F3-3C4C-48AE-A75A-FB314733C06B}" destId="{208FC08E-D9E2-45F5-8EB7-44C0A9D25F3F}" srcOrd="1" destOrd="0" presId="urn:microsoft.com/office/officeart/2018/5/layout/IconCircleLabelList"/>
    <dgm:cxn modelId="{2F011AD9-A57E-4648-8C22-D160577CC55F}" type="presParOf" srcId="{E940D8F3-3C4C-48AE-A75A-FB314733C06B}" destId="{F60A99EA-47AA-47C0-9E05-11FF0CDDCA58}" srcOrd="2" destOrd="0" presId="urn:microsoft.com/office/officeart/2018/5/layout/IconCircleLabelList"/>
    <dgm:cxn modelId="{7B43473A-AB6C-44D2-A518-CE1DC9EA8120}" type="presParOf" srcId="{E940D8F3-3C4C-48AE-A75A-FB314733C06B}" destId="{6967FFE7-9B59-4F54-942D-D907C09EA121}" srcOrd="3" destOrd="0" presId="urn:microsoft.com/office/officeart/2018/5/layout/IconCircleLabelList"/>
    <dgm:cxn modelId="{2C2090E2-17C4-4C85-A26A-CE4EAE5B1966}" type="presParOf" srcId="{5F5E1F17-06D7-4197-B1E9-C88141CEDCEA}" destId="{7651B542-3A3A-4CE2-B70B-98C94A90B706}" srcOrd="5" destOrd="0" presId="urn:microsoft.com/office/officeart/2018/5/layout/IconCircleLabelList"/>
    <dgm:cxn modelId="{8B8814E0-AD3E-4021-A2ED-FE347EFAE4C5}" type="presParOf" srcId="{5F5E1F17-06D7-4197-B1E9-C88141CEDCEA}" destId="{A9FE3523-2526-4A55-B338-D4BCD83A2319}" srcOrd="6" destOrd="0" presId="urn:microsoft.com/office/officeart/2018/5/layout/IconCircleLabelList"/>
    <dgm:cxn modelId="{7701C008-F8FD-408B-8D97-787FCA7B6CE3}" type="presParOf" srcId="{A9FE3523-2526-4A55-B338-D4BCD83A2319}" destId="{0AA50832-3FE2-4643-9224-18C4C5DCF21B}" srcOrd="0" destOrd="0" presId="urn:microsoft.com/office/officeart/2018/5/layout/IconCircleLabelList"/>
    <dgm:cxn modelId="{7AEAA62E-F0F3-41F1-AC62-0F8998EE9D4E}" type="presParOf" srcId="{A9FE3523-2526-4A55-B338-D4BCD83A2319}" destId="{3E1316D5-372B-4B65-B388-4B82E7B339A8}" srcOrd="1" destOrd="0" presId="urn:microsoft.com/office/officeart/2018/5/layout/IconCircleLabelList"/>
    <dgm:cxn modelId="{96CF35FF-EACA-4BBC-9116-720D37BE60FA}" type="presParOf" srcId="{A9FE3523-2526-4A55-B338-D4BCD83A2319}" destId="{466756A4-F176-49FE-BFBB-C9B160908BBD}" srcOrd="2" destOrd="0" presId="urn:microsoft.com/office/officeart/2018/5/layout/IconCircleLabelList"/>
    <dgm:cxn modelId="{BFC9AFC6-CDA6-471C-BF38-DE4B02AD037D}" type="presParOf" srcId="{A9FE3523-2526-4A55-B338-D4BCD83A2319}" destId="{73DD809C-585C-4036-BD7E-16A5F8FF8D9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73246-64CD-46C6-9633-A5424DF8FCAF}">
      <dsp:nvSpPr>
        <dsp:cNvPr id="0" name=""/>
        <dsp:cNvSpPr/>
      </dsp:nvSpPr>
      <dsp:spPr>
        <a:xfrm>
          <a:off x="514837" y="1693"/>
          <a:ext cx="832078" cy="8320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85D7B-56D2-4E72-BAAC-E0261A894D19}">
      <dsp:nvSpPr>
        <dsp:cNvPr id="0" name=""/>
        <dsp:cNvSpPr/>
      </dsp:nvSpPr>
      <dsp:spPr>
        <a:xfrm>
          <a:off x="692165" y="179021"/>
          <a:ext cx="477421" cy="477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5A26F-D057-4FA1-AFB8-6976F2965DC4}">
      <dsp:nvSpPr>
        <dsp:cNvPr id="0" name=""/>
        <dsp:cNvSpPr/>
      </dsp:nvSpPr>
      <dsp:spPr>
        <a:xfrm>
          <a:off x="248845" y="1092943"/>
          <a:ext cx="1364062" cy="647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 dirty="0"/>
            <a:t>Secondary data from  </a:t>
          </a:r>
          <a:r>
            <a:rPr lang="en-US" sz="1100" kern="1200" dirty="0"/>
            <a:t>Federal Road Safety Corps (FRSC) and National Bureau of Statistics (NBS)  </a:t>
          </a:r>
          <a:br>
            <a:rPr lang="en-US" sz="1100" b="0" i="0" kern="1200" baseline="0" dirty="0"/>
          </a:br>
          <a:r>
            <a:rPr lang="en-US" sz="1100" b="0" i="0" kern="1200" baseline="0" dirty="0"/>
            <a:t> </a:t>
          </a:r>
          <a:endParaRPr lang="en-US" sz="1100" kern="1200" dirty="0"/>
        </a:p>
      </dsp:txBody>
      <dsp:txXfrm>
        <a:off x="248845" y="1092943"/>
        <a:ext cx="1364062" cy="647929"/>
      </dsp:txXfrm>
    </dsp:sp>
    <dsp:sp modelId="{7DF12BA4-0AC1-40BC-8508-D6947F278A9A}">
      <dsp:nvSpPr>
        <dsp:cNvPr id="0" name=""/>
        <dsp:cNvSpPr/>
      </dsp:nvSpPr>
      <dsp:spPr>
        <a:xfrm>
          <a:off x="2117610" y="1693"/>
          <a:ext cx="832078" cy="8320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C6134D-EEAE-4AB8-8260-C7BE359E69C7}">
      <dsp:nvSpPr>
        <dsp:cNvPr id="0" name=""/>
        <dsp:cNvSpPr/>
      </dsp:nvSpPr>
      <dsp:spPr>
        <a:xfrm>
          <a:off x="2294939" y="179021"/>
          <a:ext cx="477421" cy="477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A9A36-7483-4A7A-A7C6-D88323AA3958}">
      <dsp:nvSpPr>
        <dsp:cNvPr id="0" name=""/>
        <dsp:cNvSpPr/>
      </dsp:nvSpPr>
      <dsp:spPr>
        <a:xfrm>
          <a:off x="1851618" y="1092943"/>
          <a:ext cx="1364062" cy="647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Quarterly crash and casualty statistics (2021–2023) </a:t>
          </a:r>
          <a:br>
            <a:rPr lang="en-US" sz="1100" b="0" i="0" kern="1200" baseline="0"/>
          </a:br>
          <a:endParaRPr lang="en-US" sz="1100" kern="1200"/>
        </a:p>
      </dsp:txBody>
      <dsp:txXfrm>
        <a:off x="1851618" y="1092943"/>
        <a:ext cx="1364062" cy="647929"/>
      </dsp:txXfrm>
    </dsp:sp>
    <dsp:sp modelId="{7BA6713D-EB49-4582-9DEE-9B0648F23C8F}">
      <dsp:nvSpPr>
        <dsp:cNvPr id="0" name=""/>
        <dsp:cNvSpPr/>
      </dsp:nvSpPr>
      <dsp:spPr>
        <a:xfrm>
          <a:off x="3720384" y="1693"/>
          <a:ext cx="832078" cy="8320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8FC08E-D9E2-45F5-8EB7-44C0A9D25F3F}">
      <dsp:nvSpPr>
        <dsp:cNvPr id="0" name=""/>
        <dsp:cNvSpPr/>
      </dsp:nvSpPr>
      <dsp:spPr>
        <a:xfrm>
          <a:off x="3897712" y="179021"/>
          <a:ext cx="477421" cy="477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7FFE7-9B59-4F54-942D-D907C09EA121}">
      <dsp:nvSpPr>
        <dsp:cNvPr id="0" name=""/>
        <dsp:cNvSpPr/>
      </dsp:nvSpPr>
      <dsp:spPr>
        <a:xfrm>
          <a:off x="3454392" y="1092943"/>
          <a:ext cx="1364062" cy="647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Data on crash causes, vehicle categories, injuries, and deaths</a:t>
          </a:r>
          <a:br>
            <a:rPr lang="en-US" sz="1100" b="0" i="0" kern="1200" baseline="0"/>
          </a:br>
          <a:endParaRPr lang="en-US" sz="1100" kern="1200"/>
        </a:p>
      </dsp:txBody>
      <dsp:txXfrm>
        <a:off x="3454392" y="1092943"/>
        <a:ext cx="1364062" cy="647929"/>
      </dsp:txXfrm>
    </dsp:sp>
    <dsp:sp modelId="{0AA50832-3FE2-4643-9224-18C4C5DCF21B}">
      <dsp:nvSpPr>
        <dsp:cNvPr id="0" name=""/>
        <dsp:cNvSpPr/>
      </dsp:nvSpPr>
      <dsp:spPr>
        <a:xfrm>
          <a:off x="2117610" y="2081888"/>
          <a:ext cx="832078" cy="8320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1316D5-372B-4B65-B388-4B82E7B339A8}">
      <dsp:nvSpPr>
        <dsp:cNvPr id="0" name=""/>
        <dsp:cNvSpPr/>
      </dsp:nvSpPr>
      <dsp:spPr>
        <a:xfrm>
          <a:off x="2294939" y="2259216"/>
          <a:ext cx="477421" cy="4774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D809C-585C-4036-BD7E-16A5F8FF8D99}">
      <dsp:nvSpPr>
        <dsp:cNvPr id="0" name=""/>
        <dsp:cNvSpPr/>
      </dsp:nvSpPr>
      <dsp:spPr>
        <a:xfrm>
          <a:off x="1857975" y="3122651"/>
          <a:ext cx="1364062" cy="647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 dirty="0"/>
            <a:t>Geospatial boundary data used to identify crash hotspots </a:t>
          </a:r>
          <a:endParaRPr lang="en-US" sz="1100" kern="1200" dirty="0"/>
        </a:p>
      </dsp:txBody>
      <dsp:txXfrm>
        <a:off x="1857975" y="3122651"/>
        <a:ext cx="1364062" cy="6479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12279-FEAB-4752-85B0-0E09D97B0633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D6D80-ABBB-46B5-94DF-E6641E4E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5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B7F1-218C-63CF-9984-F704F2528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DA34B-FB3A-8348-A089-A9196A369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D77C6-F1D8-88D1-594C-535E1429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F9F22-9494-CCB7-687C-778A7EFB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7A24C-7395-C9EA-61E4-464DB22C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9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363A-1AFD-8AC5-E5CE-6F26B257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1D051-C33C-F7B9-4D82-A3461FC79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019A-2A64-F869-244F-6BF66E1DB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C0DEA-2D4B-B285-5EA9-50F5CBC8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6AF3E-59B8-EC0F-D274-EE02561B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5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0EB6-B69A-E571-02DC-78C82991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D3116-C055-E69C-C55E-3FEF97CE3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C7353-422D-1711-26DC-0D4F8B6A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03097-0776-FA2C-A82E-4AE1716A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627D-FD4F-EC40-0AA5-AFB2F1C2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2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EE46-A851-3072-A40B-B9AE93C22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8B883-48ED-B49A-0CAB-2F8E192F5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CC3D8-0CE6-7019-D0F5-AF1A09471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395B8-9F67-5141-63DD-29182C2B9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24E70-BA6D-FA7F-35D3-E619C08A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EE22E-2021-FFCE-3DBD-2F0E11756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3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E154-AE33-7EFB-6525-72BD3705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0AB86-829F-A43D-7C55-2B08DC769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5FE6F-AD9A-B334-0CEC-F0935569F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5EFC3-A55D-DF3C-515F-9DC84EDD7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459FF-F9EE-FB34-BAA7-7ECC2C843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FA661-8149-03E9-167A-9C9FDCAC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E073BE-5EDB-A5F0-777E-8213FA04B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6A88D5-E357-4176-B205-B389EC040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7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D86B-3AA9-2D32-1643-FF1AA369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2C141-73BC-A4FE-2722-CC5A5842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A60FF-5DAB-A49E-9986-B298FEA1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6AA14-3A43-DAE9-1DA4-96424447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2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FCAAE6-0A51-A0BA-A3FF-30977709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9E9CB-C42A-78AC-0BC2-4C6FC908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CCA0-4966-D4B2-8C83-2DC6159D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3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C943-5CBB-1283-AE0E-91E8DD4ED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A2975-5E79-87B2-940B-6AA633A69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11D2C-D62A-BAEA-8D63-D2E9DDC90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D6400-1775-D143-7477-B1EC25793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42F68-D6E2-D644-9EA4-A6E5CE2C5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27AEF-851B-965A-1B41-1C2F2930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33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11A5-A1A9-B57A-9E6F-BA342242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CFA05B-044F-4B0F-EFF0-25B8B60304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13D45-4F36-2791-3DE0-619352BF0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134B5-37CD-0F41-F0F4-F532B799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1C797-843D-ECC9-4078-7822217D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DFFCA-3519-4E4E-F925-E7C4A29E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7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89299-BD36-5F73-44B0-224C4762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F682F-E431-E18E-89B7-407558737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C40B0-7C95-9227-1BA1-B0CB406F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A3B07-D6AE-5C87-1C96-87ABD7E4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507BA-7A18-CAEC-0BFE-EAE1FDE9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61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4C127-8100-BA70-F518-D1CD9221D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EE588-D13C-704B-EAAD-BACAC48C1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18011-034D-47D7-47BF-694D8018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B135C-98CB-BF89-E4CA-4D3403E1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22D29-1145-B7A4-0110-BF991B1C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0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81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78DE9-83DD-87B1-78C6-602DB8AC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A2F25-3840-3694-D7DD-93B4AEBAC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57F75-48C0-C719-8B58-2B9DEC7D9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49C86-9BA6-4052-B65A-44AF03BABD5E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2008-D812-4012-A67B-03D0172C7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B74C-4991-2EAD-1579-E07194AD2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16517-CB21-4D55-B81B-9638B1E09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6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80632" y="776286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019" y="2576760"/>
            <a:ext cx="3626762" cy="3050875"/>
          </a:xfrm>
        </p:spPr>
        <p:txBody>
          <a:bodyPr>
            <a:normAutofit fontScale="90000"/>
          </a:bodyPr>
          <a:lstStyle/>
          <a:p>
            <a:r>
              <a:rPr lang="en-US" dirty="0"/>
              <a:t>Exploratory Data Analysis and Visualization Project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96848" y="1899514"/>
            <a:ext cx="3924934" cy="67724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Road Traffic Crash Analysis in Nigeria (2021–2023)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1494" y="5483985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5086" y="2455620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1" y="437687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64391" y="3228048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01FF99B7-0488-B9F0-555E-7246428ABC7E}"/>
              </a:ext>
            </a:extLst>
          </p:cNvPr>
          <p:cNvSpPr txBox="1">
            <a:spLocks/>
          </p:cNvSpPr>
          <p:nvPr/>
        </p:nvSpPr>
        <p:spPr>
          <a:xfrm>
            <a:off x="4307861" y="5916388"/>
            <a:ext cx="3526912" cy="8309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GROUP B7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2454FAD5-3D9B-32A0-1647-1EC24A3D58E7}"/>
              </a:ext>
            </a:extLst>
          </p:cNvPr>
          <p:cNvSpPr txBox="1">
            <a:spLocks/>
          </p:cNvSpPr>
          <p:nvPr/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Background 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32EDD43-7F98-441C-8448-E8D30BD885A0}"/>
              </a:ext>
            </a:extLst>
          </p:cNvPr>
          <p:cNvSpPr txBox="1">
            <a:spLocks/>
          </p:cNvSpPr>
          <p:nvPr/>
        </p:nvSpPr>
        <p:spPr>
          <a:xfrm>
            <a:off x="364613" y="1956210"/>
            <a:ext cx="4866712" cy="4096577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Road traffic crashes remain a major public safety challenge in Nigeria</a:t>
            </a:r>
          </a:p>
          <a:p>
            <a:pPr marL="266700" marR="0" lvl="0" indent="-2667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This project analyses national road traffic crash data from 2021 to 2023</a:t>
            </a:r>
          </a:p>
          <a:p>
            <a:pPr marL="266700" marR="0" lvl="0" indent="-2667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Focus areas include crash frequency, casualties, causes, vehicle involvement, gender impact, and geographic distribution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D9CD48-48C7-60E1-FE24-E16A182F5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913959"/>
            <a:ext cx="6986384" cy="43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4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7F19-73DA-EFC0-C3E7-4FE6864B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295A41-FD96-A6CB-1DBC-2E4173028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6" t="11750" r="37874"/>
          <a:stretch>
            <a:fillRect/>
          </a:stretch>
        </p:blipFill>
        <p:spPr>
          <a:xfrm>
            <a:off x="6096000" y="-26906"/>
            <a:ext cx="6096000" cy="5835423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B9921419-6363-C049-6B53-CD988ADB4048}"/>
              </a:ext>
            </a:extLst>
          </p:cNvPr>
          <p:cNvSpPr txBox="1">
            <a:spLocks/>
          </p:cNvSpPr>
          <p:nvPr/>
        </p:nvSpPr>
        <p:spPr>
          <a:xfrm>
            <a:off x="660400" y="805213"/>
            <a:ext cx="4275138" cy="12394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Why the Topic Matters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rbel"/>
              <a:ea typeface="+mj-ea"/>
              <a:cs typeface="+mj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A6BC575-65C0-CF53-8EAF-22DD8C3F8CEA}"/>
              </a:ext>
            </a:extLst>
          </p:cNvPr>
          <p:cNvSpPr txBox="1">
            <a:spLocks/>
          </p:cNvSpPr>
          <p:nvPr/>
        </p:nvSpPr>
        <p:spPr>
          <a:xfrm>
            <a:off x="660400" y="2044700"/>
            <a:ext cx="6271342" cy="356076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Road crashes lead to loss of lives, long-term disabilities, and emotional trauma.</a:t>
            </a:r>
            <a:endParaRPr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They impose significant economic and healthcare burdens on society.</a:t>
            </a:r>
            <a:endParaRPr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Understanding crash patterns enables evidence-based road safety policies and interventions</a:t>
            </a:r>
            <a:endParaRPr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54516F-A191-D75C-E347-8E33F64E9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85" t="29632" r="5416" b="26754"/>
          <a:stretch>
            <a:fillRect/>
          </a:stretch>
        </p:blipFill>
        <p:spPr>
          <a:xfrm>
            <a:off x="10729191" y="2405495"/>
            <a:ext cx="1462809" cy="204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83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04C1-A3C2-0ED8-75F6-BC9D08DB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BB2A-9BA9-075B-E924-002A25E1EF7D}"/>
              </a:ext>
            </a:extLst>
          </p:cNvPr>
          <p:cNvSpPr txBox="1">
            <a:spLocks/>
          </p:cNvSpPr>
          <p:nvPr/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ysClr val="windowText" lastClr="000000"/>
                </a:solidFill>
                <a:latin typeface="Corbel"/>
              </a:rPr>
              <a:t>Description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rbel"/>
              <a:ea typeface="+mj-ea"/>
              <a:cs typeface="+mj-cs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633727A-BA50-9688-9F9E-731060789424}"/>
              </a:ext>
            </a:extLst>
          </p:cNvPr>
          <p:cNvSpPr txBox="1">
            <a:spLocks/>
          </p:cNvSpPr>
          <p:nvPr/>
        </p:nvSpPr>
        <p:spPr>
          <a:xfrm>
            <a:off x="660401" y="1850660"/>
            <a:ext cx="5080000" cy="438150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/>
                <a:ea typeface="+mn-ea"/>
                <a:cs typeface="Biome Light" panose="020B0303030204020804" pitchFamily="34" charset="0"/>
              </a:rPr>
              <a:t>Data Description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A5FFBDD-05C8-92DC-994B-2E96845F25AB}"/>
              </a:ext>
            </a:extLst>
          </p:cNvPr>
          <p:cNvSpPr txBox="1">
            <a:spLocks/>
          </p:cNvSpPr>
          <p:nvPr/>
        </p:nvSpPr>
        <p:spPr>
          <a:xfrm>
            <a:off x="6451600" y="1850660"/>
            <a:ext cx="5080000" cy="438150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/>
                <a:ea typeface="+mn-ea"/>
                <a:cs typeface="Biome Light" panose="020B0303030204020804" pitchFamily="34" charset="0"/>
              </a:rPr>
              <a:t>Tools &amp; Methods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31983C1C-5664-A913-7F3C-AA706492A5CE}"/>
              </a:ext>
            </a:extLst>
          </p:cNvPr>
          <p:cNvSpPr txBox="1">
            <a:spLocks/>
          </p:cNvSpPr>
          <p:nvPr/>
        </p:nvSpPr>
        <p:spPr>
          <a:xfrm>
            <a:off x="6451600" y="2392705"/>
            <a:ext cx="5067300" cy="403622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/>
              </a:rPr>
              <a:t>Python used for data cleaning, analysis, and </a:t>
            </a:r>
            <a:r>
              <a:rPr lang="en-US" dirty="0">
                <a:solidFill>
                  <a:sysClr val="windowText" lastClr="000000"/>
                </a:solidFill>
                <a:latin typeface="Calibri Light"/>
                <a:cs typeface="Biome Light"/>
              </a:rPr>
              <a:t>visualization</a:t>
            </a:r>
            <a:br>
              <a:rPr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cs typeface="Biome Light" panose="020B0303030204020804" pitchFamily="34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/>
              </a:rPr>
              <a:t>Pandas and NumPy for data processing and aggregation</a:t>
            </a:r>
            <a:br>
              <a:rPr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cs typeface="Biome Light" panose="020B0303030204020804" pitchFamily="34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/>
              </a:rPr>
              <a:t>Matplotlib and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/>
              </a:rPr>
              <a:t>Plotly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/>
              </a:rPr>
              <a:t> for charts and trends</a:t>
            </a:r>
            <a:br>
              <a:rPr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/>
                <a:cs typeface="Biome Light" panose="020B0303030204020804" pitchFamily="34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/>
              </a:rPr>
              <a:t>GeoPandas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/>
              </a:rPr>
              <a:t> for spatial and hotspot analysis</a:t>
            </a:r>
            <a:endParaRPr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Calibri Light"/>
              <a:cs typeface="Biome Light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/>
              </a:rPr>
              <a:t>Streamlit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/>
              </a:rPr>
              <a:t> used to develop an interactive dashboard</a:t>
            </a:r>
            <a:endParaRPr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Calibri Light"/>
              <a:cs typeface="Biome Light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</p:txBody>
      </p:sp>
      <p:graphicFrame>
        <p:nvGraphicFramePr>
          <p:cNvPr id="14" name="Text Placeholder 7">
            <a:extLst>
              <a:ext uri="{FF2B5EF4-FFF2-40B4-BE49-F238E27FC236}">
                <a16:creationId xmlns:a16="http://schemas.microsoft.com/office/drawing/2014/main" id="{C0D51713-12EF-61ED-2278-47F134C9CD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793363"/>
              </p:ext>
            </p:extLst>
          </p:nvPr>
        </p:nvGraphicFramePr>
        <p:xfrm>
          <a:off x="660400" y="2606173"/>
          <a:ext cx="5067300" cy="3822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5562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EEDE-1B71-EB4A-CB7F-174411B0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36B3F95-07E7-59B1-7678-5CB8F9780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3" t="9074" r="42387" b="9651"/>
          <a:stretch>
            <a:fillRect/>
          </a:stretch>
        </p:blipFill>
        <p:spPr>
          <a:xfrm>
            <a:off x="4582680" y="3501108"/>
            <a:ext cx="3407204" cy="3297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8CA686-9D53-0A2B-982C-9EEDF70B4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58" t="14336" r="7699" b="23139"/>
          <a:stretch>
            <a:fillRect/>
          </a:stretch>
        </p:blipFill>
        <p:spPr>
          <a:xfrm>
            <a:off x="20278" y="1407964"/>
            <a:ext cx="1137793" cy="4042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F3EEFC-1408-D6C4-FE8B-566D0E684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46" t="13711" r="37102" b="12350"/>
          <a:stretch>
            <a:fillRect/>
          </a:stretch>
        </p:blipFill>
        <p:spPr>
          <a:xfrm>
            <a:off x="1204137" y="2372618"/>
            <a:ext cx="3397997" cy="2823909"/>
          </a:xfrm>
          <a:prstGeom prst="rect">
            <a:avLst/>
          </a:prstGeom>
        </p:spPr>
      </p:pic>
      <p:sp>
        <p:nvSpPr>
          <p:cNvPr id="2" name="Title 39">
            <a:extLst>
              <a:ext uri="{FF2B5EF4-FFF2-40B4-BE49-F238E27FC236}">
                <a16:creationId xmlns:a16="http://schemas.microsoft.com/office/drawing/2014/main" id="{CBF6485C-4C61-AA38-3D4A-580C0787F3B7}"/>
              </a:ext>
            </a:extLst>
          </p:cNvPr>
          <p:cNvSpPr txBox="1">
            <a:spLocks/>
          </p:cNvSpPr>
          <p:nvPr/>
        </p:nvSpPr>
        <p:spPr>
          <a:xfrm>
            <a:off x="171679" y="119809"/>
            <a:ext cx="3260838" cy="8309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Key Findings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</a:b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rbel"/>
              <a:ea typeface="+mj-ea"/>
              <a:cs typeface="+mj-cs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69DB21A-587D-B00E-18C3-1EC42717ED1B}"/>
              </a:ext>
            </a:extLst>
          </p:cNvPr>
          <p:cNvSpPr txBox="1">
            <a:spLocks/>
          </p:cNvSpPr>
          <p:nvPr/>
        </p:nvSpPr>
        <p:spPr>
          <a:xfrm>
            <a:off x="703156" y="1560290"/>
            <a:ext cx="3474720" cy="3881636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 panose="020B0303030204020804" pitchFamily="34" charset="0"/>
              </a:rPr>
              <a:t>Certain states consistently recorded the highest crash volumes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 panose="020B0303030204020804" pitchFamily="34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>
              <a:solidFill>
                <a:sysClr val="windowText" lastClr="000000"/>
              </a:solidFill>
              <a:latin typeface="Calibri Ligh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>
              <a:solidFill>
                <a:sysClr val="windowText" lastClr="000000"/>
              </a:solidFill>
              <a:latin typeface="Calibri Ligh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 panose="020B0303030204020804" pitchFamily="34" charset="0"/>
              </a:rPr>
              <a:t>Crash occurrence varied across quarters and years</a:t>
            </a:r>
          </a:p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7300533-8AD4-34E8-7098-DD0399C489D1}"/>
              </a:ext>
            </a:extLst>
          </p:cNvPr>
          <p:cNvSpPr txBox="1">
            <a:spLocks/>
          </p:cNvSpPr>
          <p:nvPr/>
        </p:nvSpPr>
        <p:spPr>
          <a:xfrm>
            <a:off x="4446817" y="1648884"/>
            <a:ext cx="3474720" cy="4232095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 panose="020B0303030204020804" pitchFamily="34" charset="0"/>
              </a:rPr>
              <a:t>Human-related factors were the leading causes of crashes</a:t>
            </a:r>
          </a:p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>
              <a:solidFill>
                <a:sysClr val="windowText" lastClr="000000"/>
              </a:solidFill>
              <a:latin typeface="Calibri Ligh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 panose="020B0303030204020804" pitchFamily="34" charset="0"/>
              </a:rPr>
              <a:t>Commercial and private vehicles were most frequently involved</a:t>
            </a:r>
          </a:p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1BBC645-6DC5-C005-0BC9-98213D64C8E2}"/>
              </a:ext>
            </a:extLst>
          </p:cNvPr>
          <p:cNvSpPr txBox="1">
            <a:spLocks/>
          </p:cNvSpPr>
          <p:nvPr/>
        </p:nvSpPr>
        <p:spPr>
          <a:xfrm>
            <a:off x="8381308" y="1648913"/>
            <a:ext cx="3474720" cy="2935288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 panose="020B0303030204020804" pitchFamily="34" charset="0"/>
              </a:rPr>
              <a:t>Males experienced higher injury and fatality rates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Biome Light" panose="020B0303030204020804" pitchFamily="34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6F1A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Biome Light" panose="020B03030302040208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444997-2B19-0327-D361-45361E661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61" t="9075" r="5424" b="50000"/>
          <a:stretch>
            <a:fillRect/>
          </a:stretch>
        </p:blipFill>
        <p:spPr>
          <a:xfrm>
            <a:off x="7560972" y="4312720"/>
            <a:ext cx="992855" cy="1792791"/>
          </a:xfrm>
          <a:prstGeom prst="rect">
            <a:avLst/>
          </a:prstGeom>
        </p:spPr>
      </p:pic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436AFC6E-AD61-4D60-C7DB-C466586A95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2638141"/>
              </p:ext>
            </p:extLst>
          </p:nvPr>
        </p:nvGraphicFramePr>
        <p:xfrm>
          <a:off x="8449655" y="2135650"/>
          <a:ext cx="3474721" cy="3297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975974E-12C5-E82D-45D9-56BA81189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049" y="10334"/>
            <a:ext cx="9667673" cy="157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46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7F06C-4340-048C-6A23-37FB7302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533BF18B-C8A1-400D-BBBD-6103EC9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EB778-8111-176F-9529-AD3715C87983}"/>
              </a:ext>
            </a:extLst>
          </p:cNvPr>
          <p:cNvSpPr txBox="1">
            <a:spLocks/>
          </p:cNvSpPr>
          <p:nvPr/>
        </p:nvSpPr>
        <p:spPr>
          <a:xfrm>
            <a:off x="9267909" y="2023110"/>
            <a:ext cx="2469624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fontAlgn="auto"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Societal Impact</a:t>
            </a:r>
            <a:br>
              <a:rPr lang="en-US" sz="3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</a:br>
            <a:endParaRPr kumimoji="0" lang="en-US" sz="37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084F1-A317-3025-8E43-0B94FF32B057}"/>
              </a:ext>
            </a:extLst>
          </p:cNvPr>
          <p:cNvSpPr txBox="1"/>
          <p:nvPr/>
        </p:nvSpPr>
        <p:spPr>
          <a:xfrm>
            <a:off x="9041689" y="4860131"/>
            <a:ext cx="2708402" cy="11187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kern="1200" dirty="0">
                <a:latin typeface="+mn-lt"/>
                <a:ea typeface="+mn-ea"/>
                <a:cs typeface="+mn-cs"/>
              </a:rPr>
              <a:t>Guides infrastructure </a:t>
            </a:r>
            <a:r>
              <a:rPr lang="en-US" dirty="0">
                <a:solidFill>
                  <a:prstClr val="black"/>
                </a:solidFill>
                <a:latin typeface="Calibri Light"/>
              </a:rPr>
              <a:t>planning</a:t>
            </a:r>
            <a:r>
              <a:rPr lang="en-US" kern="1200" dirty="0">
                <a:latin typeface="+mn-lt"/>
                <a:ea typeface="+mn-ea"/>
                <a:cs typeface="+mn-cs"/>
              </a:rPr>
              <a:t> and road safety investments</a:t>
            </a:r>
            <a:endParaRPr lang="en-US" b="1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D6D31-FECD-219F-C3A9-B4186128FF8E}"/>
              </a:ext>
            </a:extLst>
          </p:cNvPr>
          <p:cNvSpPr txBox="1"/>
          <p:nvPr/>
        </p:nvSpPr>
        <p:spPr>
          <a:xfrm>
            <a:off x="384524" y="1830208"/>
            <a:ext cx="8028516" cy="9961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US" sz="2800" b="1" dirty="0">
              <a:solidFill>
                <a:srgbClr val="FA6F1A"/>
              </a:solidFill>
              <a:latin typeface="Corbel"/>
              <a:cs typeface="Biome Light" panose="020B03030302040208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 Light"/>
              </a:rPr>
              <a:t>Supports targeted enforcement in high-risk states</a:t>
            </a:r>
            <a:endParaRPr lang="en-US" sz="2800" dirty="0">
              <a:solidFill>
                <a:prstClr val="black"/>
              </a:solidFill>
              <a:latin typeface="Calibri Light"/>
              <a:ea typeface="Calibri Light"/>
              <a:cs typeface="Biome Light" panose="020B03030302040208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700D1C-C968-2531-52D7-FA6EAC7C09D2}"/>
              </a:ext>
            </a:extLst>
          </p:cNvPr>
          <p:cNvSpPr txBox="1"/>
          <p:nvPr/>
        </p:nvSpPr>
        <p:spPr>
          <a:xfrm>
            <a:off x="320363" y="2735986"/>
            <a:ext cx="8483599" cy="13839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US" sz="2800" b="1" dirty="0">
              <a:solidFill>
                <a:srgbClr val="FA6F1A"/>
              </a:solidFill>
              <a:latin typeface="Corbel"/>
              <a:cs typeface="Biome Light" panose="020B03030302040208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 Light"/>
              </a:rPr>
              <a:t>Informs public awareness and driver </a:t>
            </a:r>
            <a:r>
              <a:rPr lang="en-US" sz="2800" dirty="0" err="1">
                <a:solidFill>
                  <a:prstClr val="black"/>
                </a:solidFill>
                <a:latin typeface="Calibri Light"/>
              </a:rPr>
              <a:t>behaviour</a:t>
            </a:r>
            <a:r>
              <a:rPr lang="en-US" sz="2800" dirty="0">
                <a:solidFill>
                  <a:prstClr val="black"/>
                </a:solidFill>
                <a:latin typeface="Calibri Light"/>
              </a:rPr>
              <a:t> campaigns</a:t>
            </a:r>
            <a:endParaRPr lang="en-US" sz="2800" dirty="0">
              <a:solidFill>
                <a:prstClr val="black"/>
              </a:solidFill>
              <a:latin typeface="Calibri Light"/>
              <a:ea typeface="Calibri Light"/>
              <a:cs typeface="Biome Light" panose="020B03030302040208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0CD62-9B6E-44D6-06BC-FA14C126CBD0}"/>
              </a:ext>
            </a:extLst>
          </p:cNvPr>
          <p:cNvSpPr txBox="1"/>
          <p:nvPr/>
        </p:nvSpPr>
        <p:spPr>
          <a:xfrm>
            <a:off x="484518" y="3766538"/>
            <a:ext cx="9647766" cy="13839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US" sz="2800" b="1" dirty="0">
              <a:solidFill>
                <a:srgbClr val="FA6F1A"/>
              </a:solidFill>
              <a:latin typeface="Corbel"/>
              <a:cs typeface="Biome Light" panose="020B0303030204020804" pitchFamily="34" charset="0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Calibri Light"/>
              </a:rPr>
              <a:t>Contributes to reduced healthcare burden and safer communities</a:t>
            </a:r>
            <a:endParaRPr lang="en-US" sz="2800" dirty="0">
              <a:solidFill>
                <a:prstClr val="black"/>
              </a:solidFill>
              <a:latin typeface="Calibri Light"/>
              <a:ea typeface="Calibri Light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D904F-BE48-17E4-235E-025703B6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>
            <a:extLst>
              <a:ext uri="{FF2B5EF4-FFF2-40B4-BE49-F238E27FC236}">
                <a16:creationId xmlns:a16="http://schemas.microsoft.com/office/drawing/2014/main" id="{7FCB4B2E-95E6-2FD8-28B5-10BF18A01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362" y="2277832"/>
            <a:ext cx="685800" cy="604157"/>
          </a:xfrm>
          <a:prstGeom prst="hexagon">
            <a:avLst/>
          </a:prstGeom>
          <a:solidFill>
            <a:srgbClr val="44546A"/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8CDBA78-4948-0EBD-CBBA-EE95BE448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64548" y="2277832"/>
            <a:ext cx="685800" cy="604157"/>
          </a:xfrm>
          <a:prstGeom prst="hexagon">
            <a:avLst/>
          </a:prstGeom>
          <a:solidFill>
            <a:srgbClr val="2C599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59466ED8-D8DC-29A9-B8D0-EAFADD127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12960" y="2277832"/>
            <a:ext cx="685800" cy="604157"/>
          </a:xfrm>
          <a:prstGeom prst="hexagon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4E19E06-CB6D-81CA-C45C-75CA0B7DD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1558" y="2277832"/>
            <a:ext cx="685800" cy="604157"/>
          </a:xfrm>
          <a:prstGeom prst="hexagon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6B0A471-6D6E-F82C-54F4-04B584FDE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0156" y="2277832"/>
            <a:ext cx="685800" cy="604157"/>
          </a:xfrm>
          <a:prstGeom prst="hexagon">
            <a:avLst/>
          </a:prstGeom>
          <a:solidFill>
            <a:srgbClr val="5C83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B6813442-95F6-678B-FA04-CD8E6792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8754" y="2277832"/>
            <a:ext cx="685800" cy="604157"/>
          </a:xfrm>
          <a:prstGeom prst="hexagon">
            <a:avLst/>
          </a:prstGeom>
          <a:solidFill>
            <a:srgbClr val="5C83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566BEA93-D3BD-134E-D436-8F000FE2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7352" y="2277832"/>
            <a:ext cx="685800" cy="604157"/>
          </a:xfrm>
          <a:prstGeom prst="hexagon">
            <a:avLst/>
          </a:prstGeom>
          <a:solidFill>
            <a:srgbClr val="5C83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100F638E-A521-DB89-AD07-C68FB703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55950" y="2277832"/>
            <a:ext cx="685800" cy="604157"/>
          </a:xfrm>
          <a:prstGeom prst="hexagon">
            <a:avLst/>
          </a:prstGeom>
          <a:solidFill>
            <a:srgbClr val="2C599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AD37B982-56FD-5883-0ABB-6C0F91409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73146" y="2277832"/>
            <a:ext cx="685800" cy="604157"/>
          </a:xfrm>
          <a:prstGeom prst="hexagon">
            <a:avLst/>
          </a:prstGeom>
          <a:solidFill>
            <a:srgbClr val="2C599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201C0E13-4F71-D833-DBCB-E4D1DA0A3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1744" y="2277832"/>
            <a:ext cx="685800" cy="604157"/>
          </a:xfrm>
          <a:prstGeom prst="hexagon">
            <a:avLst/>
          </a:prstGeom>
          <a:solidFill>
            <a:srgbClr val="1A3B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ADF46E11-1996-923E-6A66-C8AC25A03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90342" y="2277832"/>
            <a:ext cx="685800" cy="604157"/>
          </a:xfrm>
          <a:prstGeom prst="hexagon">
            <a:avLst/>
          </a:prstGeom>
          <a:solidFill>
            <a:srgbClr val="1A3B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A0D75B1-DF18-942A-556F-B9E33FC30640}"/>
              </a:ext>
            </a:extLst>
          </p:cNvPr>
          <p:cNvSpPr txBox="1">
            <a:spLocks/>
          </p:cNvSpPr>
          <p:nvPr/>
        </p:nvSpPr>
        <p:spPr>
          <a:xfrm>
            <a:off x="832936" y="1709111"/>
            <a:ext cx="604158" cy="501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b="1" dirty="0">
              <a:solidFill>
                <a:srgbClr val="FA6F1A"/>
              </a:solidFill>
              <a:latin typeface="Corbel"/>
              <a:cs typeface="Biome Light" panose="020B03030302040208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02C0FB-BA34-DC72-493F-B02DC464D4D3}"/>
              </a:ext>
            </a:extLst>
          </p:cNvPr>
          <p:cNvSpPr txBox="1">
            <a:spLocks/>
          </p:cNvSpPr>
          <p:nvPr/>
        </p:nvSpPr>
        <p:spPr>
          <a:xfrm>
            <a:off x="3558732" y="1709111"/>
            <a:ext cx="604157" cy="501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b="1" dirty="0">
              <a:solidFill>
                <a:srgbClr val="FA6F1A"/>
              </a:solidFill>
              <a:latin typeface="Corbel"/>
              <a:cs typeface="Biome Light" panose="020B03030302040208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694CF7A-D344-0D65-1213-801B4F466F55}"/>
              </a:ext>
            </a:extLst>
          </p:cNvPr>
          <p:cNvSpPr txBox="1">
            <a:spLocks/>
          </p:cNvSpPr>
          <p:nvPr/>
        </p:nvSpPr>
        <p:spPr>
          <a:xfrm>
            <a:off x="6299952" y="1709111"/>
            <a:ext cx="588731" cy="501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b="1" dirty="0">
              <a:solidFill>
                <a:srgbClr val="FA6F1A"/>
              </a:solidFill>
              <a:latin typeface="Corbel"/>
              <a:cs typeface="Biome Light" panose="020B03030302040208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B66AA18-C57B-B208-DC80-BFA03DBC6288}"/>
              </a:ext>
            </a:extLst>
          </p:cNvPr>
          <p:cNvSpPr txBox="1">
            <a:spLocks/>
          </p:cNvSpPr>
          <p:nvPr/>
        </p:nvSpPr>
        <p:spPr>
          <a:xfrm>
            <a:off x="9010320" y="1709111"/>
            <a:ext cx="604157" cy="5011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b="1" dirty="0">
              <a:solidFill>
                <a:srgbClr val="FA6F1A"/>
              </a:solidFill>
              <a:latin typeface="Corbel"/>
              <a:cs typeface="Biome Light" panose="020B03030302040208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D918C4-6CAB-5832-C7DE-C438532973D0}"/>
              </a:ext>
            </a:extLst>
          </p:cNvPr>
          <p:cNvSpPr txBox="1"/>
          <p:nvPr/>
        </p:nvSpPr>
        <p:spPr>
          <a:xfrm>
            <a:off x="989441" y="3358599"/>
            <a:ext cx="2085110" cy="1609290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 Light"/>
              </a:rPr>
              <a:t>The project strengthened practical data analysis and visualization skills</a:t>
            </a:r>
            <a:endParaRPr lang="en-US" b="1" dirty="0">
              <a:solidFill>
                <a:prstClr val="black"/>
              </a:solidFill>
              <a:latin typeface="Corbel"/>
              <a:cs typeface="Biome Light" panose="020B03030302040208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ED187C-6904-C182-B700-815CE60FCF5F}"/>
              </a:ext>
            </a:extLst>
          </p:cNvPr>
          <p:cNvSpPr txBox="1"/>
          <p:nvPr/>
        </p:nvSpPr>
        <p:spPr>
          <a:xfrm>
            <a:off x="3735229" y="3358599"/>
            <a:ext cx="2085110" cy="1609290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 Light"/>
              </a:rPr>
              <a:t>It demonstrated the value of data-driven decision-making</a:t>
            </a:r>
            <a:endParaRPr lang="en-US" b="1" dirty="0">
              <a:solidFill>
                <a:prstClr val="black"/>
              </a:solidFill>
              <a:latin typeface="Corbel"/>
              <a:cs typeface="Biome Light" panose="020B03030302040208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3F6CB1-AAFB-4107-CBD7-BAA277A5C1E7}"/>
              </a:ext>
            </a:extLst>
          </p:cNvPr>
          <p:cNvSpPr txBox="1"/>
          <p:nvPr/>
        </p:nvSpPr>
        <p:spPr>
          <a:xfrm>
            <a:off x="6452646" y="3358599"/>
            <a:ext cx="2085110" cy="1609290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 Light"/>
              </a:rPr>
              <a:t>Road crash statistics represent real human and economic costs</a:t>
            </a:r>
            <a:endParaRPr lang="en-US" b="1" dirty="0">
              <a:solidFill>
                <a:prstClr val="black"/>
              </a:solidFill>
              <a:latin typeface="Corbel"/>
              <a:cs typeface="Biome Light" panose="020B03030302040208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A99FCA-8607-BEAD-9E60-BE73D410C139}"/>
              </a:ext>
            </a:extLst>
          </p:cNvPr>
          <p:cNvSpPr txBox="1"/>
          <p:nvPr/>
        </p:nvSpPr>
        <p:spPr>
          <a:xfrm>
            <a:off x="9178440" y="3358599"/>
            <a:ext cx="2085110" cy="1609290"/>
          </a:xfrm>
          <a:prstGeom prst="rect">
            <a:avLst/>
          </a:prstGeom>
          <a:noFill/>
        </p:spPr>
        <p:txBody>
          <a:bodyPr wrap="square" rIns="0" rtlCol="0">
            <a:no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Calibri Light"/>
              </a:rPr>
              <a:t>The findings provide a strong foundation for future research and policy action</a:t>
            </a:r>
            <a:endParaRPr lang="en-US" b="1" dirty="0">
              <a:solidFill>
                <a:prstClr val="black"/>
              </a:solidFill>
              <a:latin typeface="Corbel"/>
              <a:cs typeface="Biome Light" panose="020B0303030204020804" pitchFamily="34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9B78CBC-28E4-B98B-BE41-C2F0FF0CFA45}"/>
              </a:ext>
            </a:extLst>
          </p:cNvPr>
          <p:cNvSpPr txBox="1">
            <a:spLocks/>
          </p:cNvSpPr>
          <p:nvPr/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ysClr val="windowText" lastClr="000000"/>
                </a:solidFill>
                <a:latin typeface="Corbel"/>
              </a:rPr>
              <a:t>Conclusion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rbe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6779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6C408-5B08-5AE7-9481-92086C3B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28379-25F9-1488-C904-C692491CED9F}"/>
              </a:ext>
            </a:extLst>
          </p:cNvPr>
          <p:cNvSpPr txBox="1">
            <a:spLocks/>
          </p:cNvSpPr>
          <p:nvPr/>
        </p:nvSpPr>
        <p:spPr>
          <a:xfrm>
            <a:off x="227151" y="647700"/>
            <a:ext cx="11340000" cy="70011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rbel"/>
                <a:ea typeface="+mj-ea"/>
                <a:cs typeface="+mj-cs"/>
              </a:rPr>
              <a:t>Team</a:t>
            </a:r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CB1BB09D-0579-963E-4E88-9FF10B150D7A}"/>
              </a:ext>
            </a:extLst>
          </p:cNvPr>
          <p:cNvSpPr txBox="1">
            <a:spLocks/>
          </p:cNvSpPr>
          <p:nvPr/>
        </p:nvSpPr>
        <p:spPr>
          <a:xfrm>
            <a:off x="412971" y="2341570"/>
            <a:ext cx="2427140" cy="127591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A6F1A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Gbena Edem Komla (Group Leader)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6841B79E-7EF7-282F-7A78-9B85EC561FB3}"/>
              </a:ext>
            </a:extLst>
          </p:cNvPr>
          <p:cNvSpPr txBox="1">
            <a:spLocks/>
          </p:cNvSpPr>
          <p:nvPr/>
        </p:nvSpPr>
        <p:spPr>
          <a:xfrm>
            <a:off x="556693" y="2979526"/>
            <a:ext cx="2139696" cy="127591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dirty="0">
                <a:solidFill>
                  <a:sysClr val="windowText" lastClr="000000"/>
                </a:solidFill>
                <a:latin typeface="Calibri Light"/>
              </a:rPr>
              <a:t>Data integration, profiling and cleaning,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Exploratory and                  descriptive analytics, </a:t>
            </a:r>
            <a:r>
              <a:rPr lang="en-US" dirty="0">
                <a:solidFill>
                  <a:sysClr val="windowText" lastClr="000000"/>
                </a:solidFill>
                <a:latin typeface="Calibri Light"/>
              </a:rPr>
              <a:t>Spatial visualization </a:t>
            </a:r>
          </a:p>
          <a:p>
            <a:pPr lvl="0"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A92AFD0-BBD9-2107-0741-77321A6961DF}"/>
              </a:ext>
            </a:extLst>
          </p:cNvPr>
          <p:cNvSpPr txBox="1">
            <a:spLocks/>
          </p:cNvSpPr>
          <p:nvPr/>
        </p:nvSpPr>
        <p:spPr>
          <a:xfrm>
            <a:off x="4827303" y="2990695"/>
            <a:ext cx="2139696" cy="146928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Dashboard Deployment and Final Report and Presentation</a:t>
            </a:r>
          </a:p>
        </p:txBody>
      </p:sp>
      <p:sp>
        <p:nvSpPr>
          <p:cNvPr id="11" name="Text Placeholder 34">
            <a:extLst>
              <a:ext uri="{FF2B5EF4-FFF2-40B4-BE49-F238E27FC236}">
                <a16:creationId xmlns:a16="http://schemas.microsoft.com/office/drawing/2014/main" id="{AA77D29D-1E64-F150-FB6E-7646C796EA0A}"/>
              </a:ext>
            </a:extLst>
          </p:cNvPr>
          <p:cNvSpPr txBox="1">
            <a:spLocks/>
          </p:cNvSpPr>
          <p:nvPr/>
        </p:nvSpPr>
        <p:spPr>
          <a:xfrm>
            <a:off x="8810469" y="2979525"/>
            <a:ext cx="2139696" cy="107685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Assisted with Spatial visualization 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933C527A-EF65-3B19-DCB0-5C8A2F956BBD}"/>
              </a:ext>
            </a:extLst>
          </p:cNvPr>
          <p:cNvSpPr txBox="1">
            <a:spLocks/>
          </p:cNvSpPr>
          <p:nvPr/>
        </p:nvSpPr>
        <p:spPr>
          <a:xfrm>
            <a:off x="4259052" y="2381998"/>
            <a:ext cx="3509980" cy="35580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A6F1A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Nana Efua Bo Alan-Mensah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A6F1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80BFCEE8-2AF0-CD8E-3A09-DDDBBA5BA1BE}"/>
              </a:ext>
            </a:extLst>
          </p:cNvPr>
          <p:cNvSpPr txBox="1">
            <a:spLocks/>
          </p:cNvSpPr>
          <p:nvPr/>
        </p:nvSpPr>
        <p:spPr>
          <a:xfrm>
            <a:off x="8125327" y="2381998"/>
            <a:ext cx="3509980" cy="355801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A6F1A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Emmanuel Mensah Quaye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A6F1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E2B6E5A7-1DB6-1990-03CA-9247B1C802F8}"/>
              </a:ext>
            </a:extLst>
          </p:cNvPr>
          <p:cNvSpPr txBox="1">
            <a:spLocks/>
          </p:cNvSpPr>
          <p:nvPr/>
        </p:nvSpPr>
        <p:spPr>
          <a:xfrm>
            <a:off x="4683581" y="4459980"/>
            <a:ext cx="2427140" cy="34431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A6F1A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Eric Agbeko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A6F1A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Kudah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A6F1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A6F1A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BEB2CC29-6415-0807-8C6E-5F70B6B66AE9}"/>
              </a:ext>
            </a:extLst>
          </p:cNvPr>
          <p:cNvSpPr txBox="1">
            <a:spLocks/>
          </p:cNvSpPr>
          <p:nvPr/>
        </p:nvSpPr>
        <p:spPr>
          <a:xfrm>
            <a:off x="4944194" y="4992811"/>
            <a:ext cx="2139696" cy="70460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 Assisted with Data integration, profiling and cleaning</a:t>
            </a:r>
          </a:p>
        </p:txBody>
      </p:sp>
    </p:spTree>
    <p:extLst>
      <p:ext uri="{BB962C8B-B14F-4D97-AF65-F5344CB8AC3E}">
        <p14:creationId xmlns:p14="http://schemas.microsoft.com/office/powerpoint/2010/main" val="3927866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365</Words>
  <Application>Microsoft Office PowerPoint</Application>
  <PresentationFormat>Widescreen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Corbel</vt:lpstr>
      <vt:lpstr>Times New Roman</vt:lpstr>
      <vt:lpstr>Wingdings</vt:lpstr>
      <vt:lpstr>Office Theme</vt:lpstr>
      <vt:lpstr>Exploratory Data Analysis and Visualization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Efua Agadzi</dc:creator>
  <cp:lastModifiedBy>Edem Gbena</cp:lastModifiedBy>
  <cp:revision>116</cp:revision>
  <dcterms:created xsi:type="dcterms:W3CDTF">2026-01-31T10:07:53Z</dcterms:created>
  <dcterms:modified xsi:type="dcterms:W3CDTF">2026-01-31T18:56:03Z</dcterms:modified>
</cp:coreProperties>
</file>